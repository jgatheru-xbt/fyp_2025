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297" y="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030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8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31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7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79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14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17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401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790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10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647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17649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54530" y="3765449"/>
            <a:ext cx="5449871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23270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72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32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0922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377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0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351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310" y="2497541"/>
            <a:ext cx="7055380" cy="1463722"/>
          </a:xfrm>
        </p:spPr>
        <p:txBody>
          <a:bodyPr/>
          <a:lstStyle/>
          <a:p>
            <a:pPr algn="ctr"/>
            <a:r>
              <a:rPr sz="4000" dirty="0"/>
              <a:t>My Autobiography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A glimpse into my life, shaped by curiosity, resilience, and dreams.</a:t>
            </a:r>
            <a:endParaRPr lang="en-GB" sz="2400" dirty="0"/>
          </a:p>
          <a:p>
            <a:r>
              <a:rPr lang="en-US" sz="2400" dirty="0"/>
              <a:t>James Gatheru</a:t>
            </a:r>
          </a:p>
          <a:p>
            <a:r>
              <a:rPr lang="en-US" sz="2400" dirty="0"/>
              <a:t>A Journey Through Passion, Growth, and Purpose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Born and raised in Nyeri County, Kenya.</a:t>
            </a:r>
          </a:p>
          <a:p>
            <a:r>
              <a:t>Loved traveling with my brother to Meru.</a:t>
            </a:r>
          </a:p>
          <a:p>
            <a:r>
              <a:t>Learned to ride a bike—one of my proudest childhood moments.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Family Influence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Grew up in a close-knit family.</a:t>
            </a:r>
          </a:p>
          <a:p>
            <a:r>
              <a:t>Inspired deeply by my mother and late uncle.</a:t>
            </a:r>
          </a:p>
          <a:p>
            <a:r>
              <a:t>Their wisdom and strength guide 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Tanyai Primary School (2008–2017).</a:t>
            </a:r>
          </a:p>
          <a:p>
            <a:r>
              <a:t>Strong foundation in academics.</a:t>
            </a:r>
          </a:p>
          <a:p>
            <a:r>
              <a:t>Passion for science and problem-solving emerged.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School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Nyeri High School (2018–2022).</a:t>
            </a:r>
          </a:p>
          <a:p>
            <a:r>
              <a:t>Active in academics, music, swimming, and football.</a:t>
            </a:r>
          </a:p>
          <a:p>
            <a:r>
              <a:t>Became more disciplined and focused.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Swimming &amp; Sports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Won swimming medals and participated in inter-school sports.</a:t>
            </a:r>
          </a:p>
          <a:p>
            <a:r>
              <a:t>Learned discipline, endurance, and teamwork.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Music &amp; 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Participated in Music Festivals.</a:t>
            </a:r>
          </a:p>
          <a:p>
            <a:r>
              <a:t>Advanced to regional levels in solo verse and choral pieces.</a:t>
            </a:r>
          </a:p>
          <a:p>
            <a:r>
              <a:t>Built confidence and expression.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Curiosity Begins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Always curious about how things work.</a:t>
            </a:r>
          </a:p>
          <a:p>
            <a:r>
              <a:t>Often dismantled gadgets to explore their components.</a:t>
            </a:r>
          </a:p>
          <a:p>
            <a:r>
              <a:t>Love for tech was born 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University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Dedan Kimathi University of Technology (2022–2026).</a:t>
            </a:r>
          </a:p>
          <a:p>
            <a:r>
              <a:t>Studying BSc in Computer Science.</a:t>
            </a:r>
          </a:p>
          <a:p>
            <a:r>
              <a:t>Excelling in Python, Networking, and Systems Admin.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Attachment at Naro Moru Level 4 Hospital.</a:t>
            </a:r>
          </a:p>
          <a:p>
            <a:r>
              <a:t>Roles: IT Support, Network Admin, System Maintenance.</a:t>
            </a:r>
          </a:p>
          <a:p>
            <a:r>
              <a:t>Applied theory to real-world solutions.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Gained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Technical: Python, Networking.</a:t>
            </a:r>
          </a:p>
          <a:p>
            <a:r>
              <a:t>Soft Skills: Teamwork, Communication, Leadership, Problem Solving.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Struggled with self-expression.</a:t>
            </a:r>
          </a:p>
          <a:p>
            <a:r>
              <a:t>Overcame through public speaking and school presentations.</a:t>
            </a:r>
          </a:p>
          <a:p>
            <a:r>
              <a:t>Grew stronger and more confident.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for the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Aim to become a cybersecurity expert.</a:t>
            </a:r>
          </a:p>
          <a:p>
            <a:r>
              <a:t>Passionate about ethical tech and solving digital problems.</a:t>
            </a:r>
          </a:p>
          <a:p>
            <a:r>
              <a:t>Aspire to mentor others.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walking with me through my story.</a:t>
            </a:r>
          </a:p>
          <a:p>
            <a:r>
              <a:t>This is just the beginning.</a:t>
            </a:r>
          </a:p>
          <a:p>
            <a:r>
              <a:t>The best is yet to come!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</TotalTime>
  <Words>346</Words>
  <Application>Microsoft Office PowerPoint</Application>
  <PresentationFormat>On-screen Show (4:3)</PresentationFormat>
  <Paragraphs>55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</vt:lpstr>
      <vt:lpstr>My Autobiography</vt:lpstr>
      <vt:lpstr>Introduction</vt:lpstr>
      <vt:lpstr>Early Life</vt:lpstr>
      <vt:lpstr>Family Influence</vt:lpstr>
      <vt:lpstr>Primary Education</vt:lpstr>
      <vt:lpstr>High School Experience</vt:lpstr>
      <vt:lpstr>Swimming &amp; Sports Achievements</vt:lpstr>
      <vt:lpstr>Music &amp; Arts</vt:lpstr>
      <vt:lpstr>Tech Curiosity Begins</vt:lpstr>
      <vt:lpstr>University Journey</vt:lpstr>
      <vt:lpstr>Internship Experience</vt:lpstr>
      <vt:lpstr>Skills Gained</vt:lpstr>
      <vt:lpstr>Challenges Faced</vt:lpstr>
      <vt:lpstr>Vision for the Future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Autobiography</dc:title>
  <dc:subject/>
  <dc:creator/>
  <cp:keywords/>
  <dc:description>generated using python-pptx</dc:description>
  <cp:lastModifiedBy>j gatheru</cp:lastModifiedBy>
  <cp:revision>2</cp:revision>
  <dcterms:created xsi:type="dcterms:W3CDTF">2013-01-27T09:14:16Z</dcterms:created>
  <dcterms:modified xsi:type="dcterms:W3CDTF">2025-07-21T13:48:34Z</dcterms:modified>
  <cp:category/>
</cp:coreProperties>
</file>