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Version Control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Key Innovation in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development involves constant change</a:t>
            </a:r>
          </a:p>
          <a:p>
            <a:r>
              <a:t>Managing changes manually leads to errors and conflicts</a:t>
            </a:r>
          </a:p>
          <a:p>
            <a:r>
              <a:t>Version Control Systems (VCS) were created to solve this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Version Control System?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system that tracks changes to files over time</a:t>
            </a:r>
          </a:p>
          <a:p>
            <a:r>
              <a:t>Allows multiple people to work on the same project</a:t>
            </a:r>
          </a:p>
          <a:p>
            <a:r>
              <a:t>Enables rollback to previous versions when needed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Before 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copies of files with unclear names</a:t>
            </a:r>
          </a:p>
          <a:p>
            <a:r>
              <a:t>Developers overwriting each other's work</a:t>
            </a:r>
          </a:p>
          <a:p>
            <a:r>
              <a:t>No reliable way to track history or mistakes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Early Version 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systems like CVS and Subversion (SVN)</a:t>
            </a:r>
          </a:p>
          <a:p>
            <a:r>
              <a:t>Single central server storing project history</a:t>
            </a:r>
          </a:p>
          <a:p>
            <a:r>
              <a:t>Limited flexibility and higher risk of failure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Distributed Version 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developer has a full copy of the repository</a:t>
            </a:r>
          </a:p>
          <a:p>
            <a:r>
              <a:t>Git is the most popular distributed VCS</a:t>
            </a:r>
          </a:p>
          <a:p>
            <a:r>
              <a:t>Faster, safer, and more flexible collaboration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Diagram: Centralized vs Distributed VCS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Centralized VCS:</a:t>
            </a:r>
          </a:p>
          <a:p>
            <a:r>
              <a:t>• One central server</a:t>
            </a:r>
          </a:p>
          <a:p>
            <a:r>
              <a:t>• Clients depend on server</a:t>
            </a:r>
          </a:p>
          <a:p>
            <a:r>
              <a:t>• Server failure stops work</a:t>
            </a:r>
          </a:p>
          <a:p/>
          <a:p>
            <a:r>
              <a:t>Distributed VCS:</a:t>
            </a:r>
          </a:p>
          <a:p>
            <a:r>
              <a:t>• Each user has full repository</a:t>
            </a:r>
          </a:p>
          <a:p>
            <a:r>
              <a:t>• Work continues offline</a:t>
            </a:r>
          </a:p>
          <a:p>
            <a:r>
              <a:t>• Better fault tolerance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Version 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Change tracking and history</a:t>
            </a:r>
          </a:p>
          <a:p>
            <a:r>
              <a:t>Branching and merging</a:t>
            </a:r>
          </a:p>
          <a:p>
            <a:r>
              <a:t>Collaboration and conflict resolution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to Computer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Enables large-scale software development</a:t>
            </a:r>
          </a:p>
          <a:p>
            <a:r>
              <a:t>Supports collaboration across the world</a:t>
            </a:r>
          </a:p>
          <a:p>
            <a:r>
              <a:t>Essential for modern software engineering practices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Impact of 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software, websites, games, and mobile apps</a:t>
            </a:r>
          </a:p>
          <a:p>
            <a:r>
              <a:t>Backbone of open-source projects</a:t>
            </a:r>
          </a:p>
          <a:p>
            <a:r>
              <a:t>Supports continuous integration and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Version Control Systems transformed how software is built</a:t>
            </a:r>
          </a:p>
          <a:p>
            <a:r>
              <a:t>They reduced errors and improved collaboration</a:t>
            </a:r>
          </a:p>
          <a:p>
            <a:r>
              <a:t>Modern computing depends heavily on this innovation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