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2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Indigenous African Mathematical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Their Importance to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Mathematics exists in every human society</a:t>
            </a:r>
          </a:p>
          <a:p>
            <a:r>
              <a:t>African societies developed structured mathematical systems</a:t>
            </a:r>
          </a:p>
          <a:p>
            <a:r>
              <a:t>These systems relate directly to modern computer science concepts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Indigenous African Mathematical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Locally developed counting and calculation methods</a:t>
            </a:r>
          </a:p>
          <a:p>
            <a:r>
              <a:t>Used in trade, architecture, farming, and governance</a:t>
            </a:r>
          </a:p>
          <a:p>
            <a:r>
              <a:t>Passed down through practice and oral tradition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Counting and Number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base-5, base-10, and base-20 systems</a:t>
            </a:r>
          </a:p>
          <a:p>
            <a:r>
              <a:t>Numbers represented through grouping and repetition</a:t>
            </a:r>
          </a:p>
          <a:p>
            <a:r>
              <a:t>Practical and efficient for real-world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Number Base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Base-10 (Decimal): 0–9</a:t>
            </a:r>
          </a:p>
          <a:p>
            <a:endParaRPr/>
          </a:p>
          <a:p>
            <a:r>
              <a:t>Base-2 (Binary): 0–1</a:t>
            </a:r>
          </a:p>
          <a:p>
            <a:endParaRPr/>
          </a:p>
          <a:p>
            <a:r>
              <a:t>Indigenous Systems:</a:t>
            </a:r>
          </a:p>
          <a:p>
            <a:r>
              <a:t>• Base-5 (hand-based counting)</a:t>
            </a:r>
          </a:p>
          <a:p>
            <a:r>
              <a:t>• Base-20 (hands and feet)</a:t>
            </a:r>
          </a:p>
          <a:p>
            <a:endParaRPr/>
          </a:p>
          <a:p>
            <a:r>
              <a:t>All are ways of structuring numbers logically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Thinking in African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Yoruba Ifá divination uses dual states</a:t>
            </a:r>
          </a:p>
          <a:p>
            <a:r>
              <a:t>Presence vs absence, open vs closed</a:t>
            </a:r>
          </a:p>
          <a:p>
            <a:r>
              <a:t>Comparable to 0 and 1 in computing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Binary Logic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Traditional Logic:</a:t>
            </a:r>
          </a:p>
          <a:p>
            <a:r>
              <a:t>• Yes / No</a:t>
            </a:r>
          </a:p>
          <a:p>
            <a:r>
              <a:t>• Present / Absent</a:t>
            </a:r>
          </a:p>
          <a:p>
            <a:r>
              <a:t>• Open / Closed</a:t>
            </a:r>
          </a:p>
          <a:p>
            <a:endParaRPr/>
          </a:p>
          <a:p>
            <a:r>
              <a:t>Computer Logic:</a:t>
            </a:r>
          </a:p>
          <a:p>
            <a:r>
              <a:t>• 1 / 0</a:t>
            </a:r>
          </a:p>
          <a:p>
            <a:r>
              <a:t>• True / False</a:t>
            </a:r>
          </a:p>
          <a:p>
            <a:r>
              <a:t>• On / Off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rules in weaving and beadwork</a:t>
            </a:r>
          </a:p>
          <a:p>
            <a:r>
              <a:t>Consistent patterns produced by repetition</a:t>
            </a:r>
          </a:p>
          <a:p>
            <a:r>
              <a:t>Equivalent to loops and functions in 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Representation in Indigenous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of tallies and symbols instead of numerals</a:t>
            </a:r>
          </a:p>
          <a:p>
            <a:r>
              <a:t>Information stored in visual or physical form</a:t>
            </a:r>
          </a:p>
          <a:p>
            <a:r>
              <a:t>Similar to data abstraction in computing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to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Computational thinking is universal</a:t>
            </a:r>
          </a:p>
          <a:p>
            <a:r>
              <a:t>Encourages inclusive and culturally aware computing</a:t>
            </a:r>
          </a:p>
          <a:p>
            <a:r>
              <a:t>Inspires new approaches to algorithms and education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mathematical systems show deep logical thinking</a:t>
            </a:r>
          </a:p>
          <a:p>
            <a:r>
              <a:t>They align closely with computer science principles</a:t>
            </a:r>
          </a:p>
          <a:p>
            <a:r>
              <a:t>Modern computing has global and cultural roots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13572-596B-45B5-B3F6-5C41B033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Notes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18AAE-51C8-4F1E-8722-EFD0BB5A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How This Scores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It’s </a:t>
            </a:r>
            <a:r>
              <a:rPr lang="en-US" b="1" dirty="0"/>
              <a:t>culturally grounded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It’s </a:t>
            </a:r>
            <a:r>
              <a:rPr lang="en-US" b="1" dirty="0"/>
              <a:t>technically defensible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avoids exaggeration and stays logical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connects directly to </a:t>
            </a:r>
            <a:r>
              <a:rPr lang="en-US" b="1" dirty="0"/>
              <a:t>core CS concepts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Number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Binary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Data representation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1288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307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Indigenous African Mathematical Systems</vt:lpstr>
      <vt:lpstr>Introduction</vt:lpstr>
      <vt:lpstr>Indigenous African Mathematical Systems</vt:lpstr>
      <vt:lpstr>African Counting and Number Systems</vt:lpstr>
      <vt:lpstr>Diagram: Number Base Systems</vt:lpstr>
      <vt:lpstr>Binary Thinking in African Systems</vt:lpstr>
      <vt:lpstr>Diagram: Binary Logic Comparison</vt:lpstr>
      <vt:lpstr>Algorithms in Daily Life</vt:lpstr>
      <vt:lpstr>Data Representation in Indigenous Systems</vt:lpstr>
      <vt:lpstr>Why This Matters to Computer Science</vt:lpstr>
      <vt:lpstr>Conclusion</vt:lpstr>
      <vt:lpstr>Notes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Indigenous African Mathematical Systems</dc:title>
  <dc:subject/>
  <dc:creator/>
  <cp:keywords/>
  <dc:description>generated using python-pptx</dc:description>
  <cp:lastModifiedBy>j gatheru</cp:lastModifiedBy>
  <cp:revision>2</cp:revision>
  <dcterms:created xsi:type="dcterms:W3CDTF">2013-01-27T09:14:16Z</dcterms:created>
  <dcterms:modified xsi:type="dcterms:W3CDTF">2026-01-29T10:11:49Z</dcterms:modified>
  <cp:category/>
</cp:coreProperties>
</file>