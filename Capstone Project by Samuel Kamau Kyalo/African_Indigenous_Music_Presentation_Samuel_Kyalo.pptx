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7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370" autoAdjust="0"/>
    <p:restoredTop sz="94660"/>
  </p:normalViewPr>
  <p:slideViewPr>
    <p:cSldViewPr snapToGrid="0" snapToObjects="1">
      <p:cViewPr varScale="1">
        <p:scale>
          <a:sx n="71" d="100"/>
          <a:sy n="71" d="100"/>
        </p:scale>
        <p:origin x="1404"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muel Kyalo" userId="a102ce6441ded19f" providerId="LiveId" clId="{67B5F08A-E443-4832-9D1A-0C564465F894}"/>
    <pc:docChg chg="custSel modSld">
      <pc:chgData name="Samuel Kyalo" userId="a102ce6441ded19f" providerId="LiveId" clId="{67B5F08A-E443-4832-9D1A-0C564465F894}" dt="2025-12-09T05:09:55.870" v="2" actId="27636"/>
      <pc:docMkLst>
        <pc:docMk/>
      </pc:docMkLst>
      <pc:sldChg chg="modSp mod">
        <pc:chgData name="Samuel Kyalo" userId="a102ce6441ded19f" providerId="LiveId" clId="{67B5F08A-E443-4832-9D1A-0C564465F894}" dt="2025-12-09T05:09:55.870" v="2" actId="27636"/>
        <pc:sldMkLst>
          <pc:docMk/>
          <pc:sldMk cId="0" sldId="256"/>
        </pc:sldMkLst>
        <pc:spChg chg="mod">
          <ac:chgData name="Samuel Kyalo" userId="a102ce6441ded19f" providerId="LiveId" clId="{67B5F08A-E443-4832-9D1A-0C564465F894}" dt="2025-12-09T05:09:55.870" v="2" actId="27636"/>
          <ac:spMkLst>
            <pc:docMk/>
            <pc:sldMk cId="0" sldId="256"/>
            <ac:spMk id="2" creationId="{00000000-0000-0000-0000-000000000000}"/>
          </ac:spMkLst>
        </pc:spChg>
        <pc:spChg chg="mod">
          <ac:chgData name="Samuel Kyalo" userId="a102ce6441ded19f" providerId="LiveId" clId="{67B5F08A-E443-4832-9D1A-0C564465F894}" dt="2025-12-09T05:09:46.147" v="0" actId="14100"/>
          <ac:spMkLst>
            <pc:docMk/>
            <pc:sldMk cId="0" sldId="256"/>
            <ac:spMk id="3" creationId="{00000000-0000-0000-0000-000000000000}"/>
          </ac:spMkLst>
        </pc:spChg>
      </pc:sldChg>
    </pc:docChg>
  </pc:docChgLst>
  <pc:docChgLst>
    <pc:chgData name="Samuel Kyalo" userId="a102ce6441ded19f" providerId="LiveId" clId="{DE075A34-5D54-4221-87D4-217B60AA511D}"/>
    <pc:docChg chg="undo redo custSel addSld delSld modSld">
      <pc:chgData name="Samuel Kyalo" userId="a102ce6441ded19f" providerId="LiveId" clId="{DE075A34-5D54-4221-87D4-217B60AA511D}" dt="2026-02-16T18:22:18.706" v="446"/>
      <pc:docMkLst>
        <pc:docMk/>
      </pc:docMkLst>
      <pc:sldChg chg="addSp delSp modSp modTransition modAnim">
        <pc:chgData name="Samuel Kyalo" userId="a102ce6441ded19f" providerId="LiveId" clId="{DE075A34-5D54-4221-87D4-217B60AA511D}" dt="2026-02-16T18:22:18.706" v="446"/>
        <pc:sldMkLst>
          <pc:docMk/>
          <pc:sldMk cId="0" sldId="256"/>
        </pc:sldMkLst>
        <pc:picChg chg="add del mod">
          <ac:chgData name="Samuel Kyalo" userId="a102ce6441ded19f" providerId="LiveId" clId="{DE075A34-5D54-4221-87D4-217B60AA511D}" dt="2026-02-16T18:22:18.706" v="446"/>
          <ac:picMkLst>
            <pc:docMk/>
            <pc:sldMk cId="0" sldId="256"/>
            <ac:picMk id="8" creationId="{F5E28F9C-3B3F-7FB8-AD34-E76D2FDF26EE}"/>
          </ac:picMkLst>
        </pc:picChg>
      </pc:sldChg>
      <pc:sldChg chg="addSp delSp modSp modTransition modAnim">
        <pc:chgData name="Samuel Kyalo" userId="a102ce6441ded19f" providerId="LiveId" clId="{DE075A34-5D54-4221-87D4-217B60AA511D}" dt="2026-02-16T18:22:18.706" v="446"/>
        <pc:sldMkLst>
          <pc:docMk/>
          <pc:sldMk cId="0" sldId="257"/>
        </pc:sldMkLst>
        <pc:picChg chg="add del mod">
          <ac:chgData name="Samuel Kyalo" userId="a102ce6441ded19f" providerId="LiveId" clId="{DE075A34-5D54-4221-87D4-217B60AA511D}" dt="2026-02-16T18:22:18.706" v="446"/>
          <ac:picMkLst>
            <pc:docMk/>
            <pc:sldMk cId="0" sldId="257"/>
            <ac:picMk id="10" creationId="{F9ED37D7-C275-A70F-49B6-573E3F984006}"/>
          </ac:picMkLst>
        </pc:picChg>
      </pc:sldChg>
      <pc:sldChg chg="addSp delSp modSp modTransition modAnim">
        <pc:chgData name="Samuel Kyalo" userId="a102ce6441ded19f" providerId="LiveId" clId="{DE075A34-5D54-4221-87D4-217B60AA511D}" dt="2026-02-16T18:22:18.706" v="446"/>
        <pc:sldMkLst>
          <pc:docMk/>
          <pc:sldMk cId="0" sldId="258"/>
        </pc:sldMkLst>
        <pc:picChg chg="add del mod">
          <ac:chgData name="Samuel Kyalo" userId="a102ce6441ded19f" providerId="LiveId" clId="{DE075A34-5D54-4221-87D4-217B60AA511D}" dt="2026-02-16T18:22:18.706" v="446"/>
          <ac:picMkLst>
            <pc:docMk/>
            <pc:sldMk cId="0" sldId="258"/>
            <ac:picMk id="10" creationId="{3B9C4AA3-3092-70F8-6167-26B6F66EF8D0}"/>
          </ac:picMkLst>
        </pc:picChg>
      </pc:sldChg>
      <pc:sldChg chg="addSp delSp modSp modTransition modAnim">
        <pc:chgData name="Samuel Kyalo" userId="a102ce6441ded19f" providerId="LiveId" clId="{DE075A34-5D54-4221-87D4-217B60AA511D}" dt="2026-02-16T18:22:18.706" v="446"/>
        <pc:sldMkLst>
          <pc:docMk/>
          <pc:sldMk cId="0" sldId="259"/>
        </pc:sldMkLst>
        <pc:picChg chg="add del mod">
          <ac:chgData name="Samuel Kyalo" userId="a102ce6441ded19f" providerId="LiveId" clId="{DE075A34-5D54-4221-87D4-217B60AA511D}" dt="2026-02-16T18:22:18.706" v="446"/>
          <ac:picMkLst>
            <pc:docMk/>
            <pc:sldMk cId="0" sldId="259"/>
            <ac:picMk id="8" creationId="{D11C8416-E7F9-BB3D-29D6-489D6C1C35CA}"/>
          </ac:picMkLst>
        </pc:picChg>
      </pc:sldChg>
      <pc:sldChg chg="addSp delSp modSp modTransition modAnim">
        <pc:chgData name="Samuel Kyalo" userId="a102ce6441ded19f" providerId="LiveId" clId="{DE075A34-5D54-4221-87D4-217B60AA511D}" dt="2026-02-16T18:22:18.706" v="446"/>
        <pc:sldMkLst>
          <pc:docMk/>
          <pc:sldMk cId="0" sldId="260"/>
        </pc:sldMkLst>
        <pc:picChg chg="add del mod">
          <ac:chgData name="Samuel Kyalo" userId="a102ce6441ded19f" providerId="LiveId" clId="{DE075A34-5D54-4221-87D4-217B60AA511D}" dt="2026-02-16T18:22:18.706" v="446"/>
          <ac:picMkLst>
            <pc:docMk/>
            <pc:sldMk cId="0" sldId="260"/>
            <ac:picMk id="8" creationId="{4F82A85C-7191-1A9C-F16B-54836E3C3E36}"/>
          </ac:picMkLst>
        </pc:picChg>
      </pc:sldChg>
      <pc:sldChg chg="addSp delSp modSp modTransition modAnim">
        <pc:chgData name="Samuel Kyalo" userId="a102ce6441ded19f" providerId="LiveId" clId="{DE075A34-5D54-4221-87D4-217B60AA511D}" dt="2026-02-16T18:22:18.706" v="446"/>
        <pc:sldMkLst>
          <pc:docMk/>
          <pc:sldMk cId="0" sldId="261"/>
        </pc:sldMkLst>
        <pc:picChg chg="add del mod">
          <ac:chgData name="Samuel Kyalo" userId="a102ce6441ded19f" providerId="LiveId" clId="{DE075A34-5D54-4221-87D4-217B60AA511D}" dt="2026-02-16T18:22:18.706" v="446"/>
          <ac:picMkLst>
            <pc:docMk/>
            <pc:sldMk cId="0" sldId="261"/>
            <ac:picMk id="8" creationId="{75C8B2DA-8A54-4C2B-2750-53BE17D1B911}"/>
          </ac:picMkLst>
        </pc:picChg>
      </pc:sldChg>
      <pc:sldChg chg="addSp delSp modSp modTransition modAnim">
        <pc:chgData name="Samuel Kyalo" userId="a102ce6441ded19f" providerId="LiveId" clId="{DE075A34-5D54-4221-87D4-217B60AA511D}" dt="2026-02-16T18:22:18.706" v="446"/>
        <pc:sldMkLst>
          <pc:docMk/>
          <pc:sldMk cId="0" sldId="262"/>
        </pc:sldMkLst>
        <pc:picChg chg="add del mod">
          <ac:chgData name="Samuel Kyalo" userId="a102ce6441ded19f" providerId="LiveId" clId="{DE075A34-5D54-4221-87D4-217B60AA511D}" dt="2026-02-16T18:22:18.706" v="446"/>
          <ac:picMkLst>
            <pc:docMk/>
            <pc:sldMk cId="0" sldId="262"/>
            <ac:picMk id="8" creationId="{DB252F05-D30F-B8EF-3E06-86FA1F0350F3}"/>
          </ac:picMkLst>
        </pc:picChg>
      </pc:sldChg>
      <pc:sldChg chg="addSp delSp modSp modTransition modAnim">
        <pc:chgData name="Samuel Kyalo" userId="a102ce6441ded19f" providerId="LiveId" clId="{DE075A34-5D54-4221-87D4-217B60AA511D}" dt="2026-02-16T18:22:18.706" v="446"/>
        <pc:sldMkLst>
          <pc:docMk/>
          <pc:sldMk cId="0" sldId="263"/>
        </pc:sldMkLst>
        <pc:picChg chg="add del mod">
          <ac:chgData name="Samuel Kyalo" userId="a102ce6441ded19f" providerId="LiveId" clId="{DE075A34-5D54-4221-87D4-217B60AA511D}" dt="2026-02-16T18:22:18.706" v="446"/>
          <ac:picMkLst>
            <pc:docMk/>
            <pc:sldMk cId="0" sldId="263"/>
            <ac:picMk id="8" creationId="{EB6E3AD7-4D75-36E4-EB75-C2DCA921F761}"/>
          </ac:picMkLst>
        </pc:picChg>
      </pc:sldChg>
      <pc:sldChg chg="addSp delSp modSp modTransition modAnim">
        <pc:chgData name="Samuel Kyalo" userId="a102ce6441ded19f" providerId="LiveId" clId="{DE075A34-5D54-4221-87D4-217B60AA511D}" dt="2026-02-16T18:22:18.706" v="446"/>
        <pc:sldMkLst>
          <pc:docMk/>
          <pc:sldMk cId="0" sldId="264"/>
        </pc:sldMkLst>
        <pc:picChg chg="add del mod">
          <ac:chgData name="Samuel Kyalo" userId="a102ce6441ded19f" providerId="LiveId" clId="{DE075A34-5D54-4221-87D4-217B60AA511D}" dt="2026-02-16T18:22:18.706" v="446"/>
          <ac:picMkLst>
            <pc:docMk/>
            <pc:sldMk cId="0" sldId="264"/>
            <ac:picMk id="8" creationId="{AF55ABCE-6DF0-6452-C7CD-429F71EB775B}"/>
          </ac:picMkLst>
        </pc:picChg>
      </pc:sldChg>
      <pc:sldChg chg="addSp delSp modSp modTransition modAnim">
        <pc:chgData name="Samuel Kyalo" userId="a102ce6441ded19f" providerId="LiveId" clId="{DE075A34-5D54-4221-87D4-217B60AA511D}" dt="2026-02-16T18:22:18.706" v="446"/>
        <pc:sldMkLst>
          <pc:docMk/>
          <pc:sldMk cId="0" sldId="265"/>
        </pc:sldMkLst>
        <pc:picChg chg="add del mod">
          <ac:chgData name="Samuel Kyalo" userId="a102ce6441ded19f" providerId="LiveId" clId="{DE075A34-5D54-4221-87D4-217B60AA511D}" dt="2026-02-16T18:22:18.706" v="446"/>
          <ac:picMkLst>
            <pc:docMk/>
            <pc:sldMk cId="0" sldId="265"/>
            <ac:picMk id="8" creationId="{6889F21F-D9EA-67AD-4079-AF2CF1EEEACC}"/>
          </ac:picMkLst>
        </pc:picChg>
      </pc:sldChg>
      <pc:sldChg chg="addSp delSp modSp modTransition modAnim">
        <pc:chgData name="Samuel Kyalo" userId="a102ce6441ded19f" providerId="LiveId" clId="{DE075A34-5D54-4221-87D4-217B60AA511D}" dt="2026-02-16T18:22:18.706" v="446"/>
        <pc:sldMkLst>
          <pc:docMk/>
          <pc:sldMk cId="0" sldId="266"/>
        </pc:sldMkLst>
        <pc:picChg chg="add del mod">
          <ac:chgData name="Samuel Kyalo" userId="a102ce6441ded19f" providerId="LiveId" clId="{DE075A34-5D54-4221-87D4-217B60AA511D}" dt="2026-02-16T18:22:18.706" v="446"/>
          <ac:picMkLst>
            <pc:docMk/>
            <pc:sldMk cId="0" sldId="266"/>
            <ac:picMk id="8" creationId="{EBA481F0-5CD1-76CC-BF3A-98F55E49859B}"/>
          </ac:picMkLst>
        </pc:picChg>
      </pc:sldChg>
      <pc:sldChg chg="addSp delSp modSp modTransition modAnim">
        <pc:chgData name="Samuel Kyalo" userId="a102ce6441ded19f" providerId="LiveId" clId="{DE075A34-5D54-4221-87D4-217B60AA511D}" dt="2026-02-16T18:22:18.706" v="446"/>
        <pc:sldMkLst>
          <pc:docMk/>
          <pc:sldMk cId="0" sldId="267"/>
        </pc:sldMkLst>
        <pc:picChg chg="add del mod">
          <ac:chgData name="Samuel Kyalo" userId="a102ce6441ded19f" providerId="LiveId" clId="{DE075A34-5D54-4221-87D4-217B60AA511D}" dt="2026-02-16T18:22:18.706" v="446"/>
          <ac:picMkLst>
            <pc:docMk/>
            <pc:sldMk cId="0" sldId="267"/>
            <ac:picMk id="8" creationId="{B83C9F8D-F773-890A-6DD1-9210742FC65E}"/>
          </ac:picMkLst>
        </pc:picChg>
      </pc:sldChg>
      <pc:sldChg chg="addSp delSp modSp modTransition modAnim">
        <pc:chgData name="Samuel Kyalo" userId="a102ce6441ded19f" providerId="LiveId" clId="{DE075A34-5D54-4221-87D4-217B60AA511D}" dt="2026-02-16T18:22:18.706" v="446"/>
        <pc:sldMkLst>
          <pc:docMk/>
          <pc:sldMk cId="0" sldId="268"/>
        </pc:sldMkLst>
        <pc:picChg chg="add del mod">
          <ac:chgData name="Samuel Kyalo" userId="a102ce6441ded19f" providerId="LiveId" clId="{DE075A34-5D54-4221-87D4-217B60AA511D}" dt="2026-02-16T18:22:18.706" v="446"/>
          <ac:picMkLst>
            <pc:docMk/>
            <pc:sldMk cId="0" sldId="268"/>
            <ac:picMk id="8" creationId="{B6EBC035-E014-17AD-9DAE-65F2D667369D}"/>
          </ac:picMkLst>
        </pc:picChg>
      </pc:sldChg>
      <pc:sldChg chg="addSp delSp modSp modTransition modAnim">
        <pc:chgData name="Samuel Kyalo" userId="a102ce6441ded19f" providerId="LiveId" clId="{DE075A34-5D54-4221-87D4-217B60AA511D}" dt="2026-02-16T18:22:18.706" v="446"/>
        <pc:sldMkLst>
          <pc:docMk/>
          <pc:sldMk cId="0" sldId="269"/>
        </pc:sldMkLst>
        <pc:picChg chg="add del mod">
          <ac:chgData name="Samuel Kyalo" userId="a102ce6441ded19f" providerId="LiveId" clId="{DE075A34-5D54-4221-87D4-217B60AA511D}" dt="2026-02-16T18:22:18.706" v="446"/>
          <ac:picMkLst>
            <pc:docMk/>
            <pc:sldMk cId="0" sldId="269"/>
            <ac:picMk id="8" creationId="{81CCDF5E-1BA8-D9E9-7DF7-4F124B222C56}"/>
          </ac:picMkLst>
        </pc:picChg>
      </pc:sldChg>
      <pc:sldChg chg="addSp delSp modSp modTransition modAnim">
        <pc:chgData name="Samuel Kyalo" userId="a102ce6441ded19f" providerId="LiveId" clId="{DE075A34-5D54-4221-87D4-217B60AA511D}" dt="2026-02-16T18:22:18.706" v="446"/>
        <pc:sldMkLst>
          <pc:docMk/>
          <pc:sldMk cId="0" sldId="270"/>
        </pc:sldMkLst>
        <pc:picChg chg="add del mod">
          <ac:chgData name="Samuel Kyalo" userId="a102ce6441ded19f" providerId="LiveId" clId="{DE075A34-5D54-4221-87D4-217B60AA511D}" dt="2026-02-16T18:22:18.706" v="446"/>
          <ac:picMkLst>
            <pc:docMk/>
            <pc:sldMk cId="0" sldId="270"/>
            <ac:picMk id="8" creationId="{9A4A8BBA-6F2B-DDE9-BC6F-325749B7C732}"/>
          </ac:picMkLst>
        </pc:picChg>
      </pc:sldChg>
      <pc:sldChg chg="addSp delSp modSp modTransition modAnim">
        <pc:chgData name="Samuel Kyalo" userId="a102ce6441ded19f" providerId="LiveId" clId="{DE075A34-5D54-4221-87D4-217B60AA511D}" dt="2026-02-16T18:22:18.706" v="446"/>
        <pc:sldMkLst>
          <pc:docMk/>
          <pc:sldMk cId="0" sldId="271"/>
        </pc:sldMkLst>
        <pc:picChg chg="add del mod">
          <ac:chgData name="Samuel Kyalo" userId="a102ce6441ded19f" providerId="LiveId" clId="{DE075A34-5D54-4221-87D4-217B60AA511D}" dt="2026-02-16T18:22:18.706" v="446"/>
          <ac:picMkLst>
            <pc:docMk/>
            <pc:sldMk cId="0" sldId="271"/>
            <ac:picMk id="8" creationId="{418FA58C-38A5-BF25-4F81-ADA2115A30F2}"/>
          </ac:picMkLst>
        </pc:picChg>
      </pc:sldChg>
      <pc:sldChg chg="addSp delSp modSp mod modTransition modAnim">
        <pc:chgData name="Samuel Kyalo" userId="a102ce6441ded19f" providerId="LiveId" clId="{DE075A34-5D54-4221-87D4-217B60AA511D}" dt="2026-02-16T18:22:18.706" v="446"/>
        <pc:sldMkLst>
          <pc:docMk/>
          <pc:sldMk cId="0" sldId="272"/>
        </pc:sldMkLst>
        <pc:spChg chg="mod">
          <ac:chgData name="Samuel Kyalo" userId="a102ce6441ded19f" providerId="LiveId" clId="{DE075A34-5D54-4221-87D4-217B60AA511D}" dt="2026-02-16T15:36:02.819" v="20" actId="27636"/>
          <ac:spMkLst>
            <pc:docMk/>
            <pc:sldMk cId="0" sldId="272"/>
            <ac:spMk id="2" creationId="{00000000-0000-0000-0000-000000000000}"/>
          </ac:spMkLst>
        </pc:spChg>
        <pc:picChg chg="add del mod">
          <ac:chgData name="Samuel Kyalo" userId="a102ce6441ded19f" providerId="LiveId" clId="{DE075A34-5D54-4221-87D4-217B60AA511D}" dt="2026-02-16T18:22:18.706" v="446"/>
          <ac:picMkLst>
            <pc:docMk/>
            <pc:sldMk cId="0" sldId="272"/>
            <ac:picMk id="8" creationId="{378EECB0-66C5-F13E-8AB0-810F53FAC0B7}"/>
          </ac:picMkLst>
        </pc:picChg>
      </pc:sldChg>
      <pc:sldChg chg="addSp delSp modSp modTransition modAnim">
        <pc:chgData name="Samuel Kyalo" userId="a102ce6441ded19f" providerId="LiveId" clId="{DE075A34-5D54-4221-87D4-217B60AA511D}" dt="2026-02-16T18:22:18.706" v="446"/>
        <pc:sldMkLst>
          <pc:docMk/>
          <pc:sldMk cId="0" sldId="273"/>
        </pc:sldMkLst>
        <pc:picChg chg="add del mod">
          <ac:chgData name="Samuel Kyalo" userId="a102ce6441ded19f" providerId="LiveId" clId="{DE075A34-5D54-4221-87D4-217B60AA511D}" dt="2026-02-16T18:22:18.706" v="446"/>
          <ac:picMkLst>
            <pc:docMk/>
            <pc:sldMk cId="0" sldId="273"/>
            <ac:picMk id="8" creationId="{C78BBA4D-7BFE-645B-44B9-934CD41CFB9F}"/>
          </ac:picMkLst>
        </pc:picChg>
      </pc:sldChg>
      <pc:sldChg chg="addSp delSp modSp modTransition modAnim">
        <pc:chgData name="Samuel Kyalo" userId="a102ce6441ded19f" providerId="LiveId" clId="{DE075A34-5D54-4221-87D4-217B60AA511D}" dt="2026-02-16T18:22:18.706" v="446"/>
        <pc:sldMkLst>
          <pc:docMk/>
          <pc:sldMk cId="0" sldId="274"/>
        </pc:sldMkLst>
        <pc:picChg chg="add del mod">
          <ac:chgData name="Samuel Kyalo" userId="a102ce6441ded19f" providerId="LiveId" clId="{DE075A34-5D54-4221-87D4-217B60AA511D}" dt="2026-02-16T18:22:18.706" v="446"/>
          <ac:picMkLst>
            <pc:docMk/>
            <pc:sldMk cId="0" sldId="274"/>
            <ac:picMk id="8" creationId="{926F5B0A-3DB4-D04D-CA81-C2AA992F4B2A}"/>
          </ac:picMkLst>
        </pc:picChg>
      </pc:sldChg>
      <pc:sldChg chg="addSp delSp modSp mod modTransition modAnim">
        <pc:chgData name="Samuel Kyalo" userId="a102ce6441ded19f" providerId="LiveId" clId="{DE075A34-5D54-4221-87D4-217B60AA511D}" dt="2026-02-16T18:22:18.706" v="446"/>
        <pc:sldMkLst>
          <pc:docMk/>
          <pc:sldMk cId="0" sldId="275"/>
        </pc:sldMkLst>
        <pc:spChg chg="mod">
          <ac:chgData name="Samuel Kyalo" userId="a102ce6441ded19f" providerId="LiveId" clId="{DE075A34-5D54-4221-87D4-217B60AA511D}" dt="2026-02-16T17:03:34.562" v="444" actId="403"/>
          <ac:spMkLst>
            <pc:docMk/>
            <pc:sldMk cId="0" sldId="275"/>
            <ac:spMk id="3" creationId="{00000000-0000-0000-0000-000000000000}"/>
          </ac:spMkLst>
        </pc:spChg>
        <pc:picChg chg="add del mod">
          <ac:chgData name="Samuel Kyalo" userId="a102ce6441ded19f" providerId="LiveId" clId="{DE075A34-5D54-4221-87D4-217B60AA511D}" dt="2026-02-16T18:22:18.706" v="446"/>
          <ac:picMkLst>
            <pc:docMk/>
            <pc:sldMk cId="0" sldId="275"/>
            <ac:picMk id="8" creationId="{6E8C5766-C5B8-45C6-B5D3-0E9198046EDB}"/>
          </ac:picMkLst>
        </pc:picChg>
      </pc:sldChg>
      <pc:sldChg chg="modSp new del mod">
        <pc:chgData name="Samuel Kyalo" userId="a102ce6441ded19f" providerId="LiveId" clId="{DE075A34-5D54-4221-87D4-217B60AA511D}" dt="2026-02-16T15:35:43.999" v="9" actId="2696"/>
        <pc:sldMkLst>
          <pc:docMk/>
          <pc:sldMk cId="1939632411" sldId="276"/>
        </pc:sldMkLst>
        <pc:spChg chg="mod">
          <ac:chgData name="Samuel Kyalo" userId="a102ce6441ded19f" providerId="LiveId" clId="{DE075A34-5D54-4221-87D4-217B60AA511D}" dt="2026-02-16T14:57:45.491" v="8" actId="20577"/>
          <ac:spMkLst>
            <pc:docMk/>
            <pc:sldMk cId="1939632411" sldId="276"/>
            <ac:spMk id="2" creationId="{5C8DF635-5B4D-8742-552F-F6C91F37F9EC}"/>
          </ac:spMkLst>
        </pc:spChg>
      </pc:sldChg>
      <pc:sldChg chg="addSp delSp modSp new mod modTransition modAnim">
        <pc:chgData name="Samuel Kyalo" userId="a102ce6441ded19f" providerId="LiveId" clId="{DE075A34-5D54-4221-87D4-217B60AA511D}" dt="2026-02-16T18:22:18.706" v="446"/>
        <pc:sldMkLst>
          <pc:docMk/>
          <pc:sldMk cId="2152129135" sldId="276"/>
        </pc:sldMkLst>
        <pc:spChg chg="mod">
          <ac:chgData name="Samuel Kyalo" userId="a102ce6441ded19f" providerId="LiveId" clId="{DE075A34-5D54-4221-87D4-217B60AA511D}" dt="2026-02-16T15:35:54.551" v="18" actId="20577"/>
          <ac:spMkLst>
            <pc:docMk/>
            <pc:sldMk cId="2152129135" sldId="276"/>
            <ac:spMk id="2" creationId="{F9E2AC70-E556-517C-DB5A-66577EB632B1}"/>
          </ac:spMkLst>
        </pc:spChg>
        <pc:spChg chg="add mod">
          <ac:chgData name="Samuel Kyalo" userId="a102ce6441ded19f" providerId="LiveId" clId="{DE075A34-5D54-4221-87D4-217B60AA511D}" dt="2026-02-16T15:50:07.350" v="149" actId="20577"/>
          <ac:spMkLst>
            <pc:docMk/>
            <pc:sldMk cId="2152129135" sldId="276"/>
            <ac:spMk id="3" creationId="{5AA86D17-7E26-9B69-AD46-70B14105E2DF}"/>
          </ac:spMkLst>
        </pc:spChg>
        <pc:spChg chg="add mod">
          <ac:chgData name="Samuel Kyalo" userId="a102ce6441ded19f" providerId="LiveId" clId="{DE075A34-5D54-4221-87D4-217B60AA511D}" dt="2026-02-16T15:50:18.143" v="150" actId="20577"/>
          <ac:spMkLst>
            <pc:docMk/>
            <pc:sldMk cId="2152129135" sldId="276"/>
            <ac:spMk id="4" creationId="{961940F9-4F80-8A35-FD8E-552A8C535712}"/>
          </ac:spMkLst>
        </pc:spChg>
        <pc:spChg chg="add mod">
          <ac:chgData name="Samuel Kyalo" userId="a102ce6441ded19f" providerId="LiveId" clId="{DE075A34-5D54-4221-87D4-217B60AA511D}" dt="2026-02-16T15:54:30.894" v="429" actId="14100"/>
          <ac:spMkLst>
            <pc:docMk/>
            <pc:sldMk cId="2152129135" sldId="276"/>
            <ac:spMk id="5" creationId="{39AE22A3-0354-69FF-F1E7-0282E668A52C}"/>
          </ac:spMkLst>
        </pc:spChg>
        <pc:picChg chg="add del mod">
          <ac:chgData name="Samuel Kyalo" userId="a102ce6441ded19f" providerId="LiveId" clId="{DE075A34-5D54-4221-87D4-217B60AA511D}" dt="2026-02-16T18:22:18.706" v="446"/>
          <ac:picMkLst>
            <pc:docMk/>
            <pc:sldMk cId="2152129135" sldId="276"/>
            <ac:picMk id="14" creationId="{21DE058C-7E94-588E-B37F-2157D1E22D3E}"/>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091372"/>
          </a:xfrm>
        </p:spPr>
        <p:txBody>
          <a:bodyPr>
            <a:normAutofit fontScale="90000"/>
          </a:bodyPr>
          <a:lstStyle/>
          <a:p>
            <a:r>
              <a:rPr dirty="0"/>
              <a:t>The Role and Importance of African Indigenous Music in Modern Society</a:t>
            </a:r>
          </a:p>
        </p:txBody>
      </p:sp>
      <p:sp>
        <p:nvSpPr>
          <p:cNvPr id="3" name="Content Placeholder 2"/>
          <p:cNvSpPr>
            <a:spLocks noGrp="1"/>
          </p:cNvSpPr>
          <p:nvPr>
            <p:ph idx="1"/>
          </p:nvPr>
        </p:nvSpPr>
        <p:spPr>
          <a:xfrm>
            <a:off x="457200" y="2891790"/>
            <a:ext cx="8229600" cy="3234373"/>
          </a:xfrm>
        </p:spPr>
        <p:txBody>
          <a:bodyPr/>
          <a:lstStyle/>
          <a:p>
            <a:r>
              <a:rPr dirty="0"/>
              <a:t>By: Samuel Kamau Kyalo</a:t>
            </a:r>
          </a:p>
          <a:p>
            <a:r>
              <a:rPr dirty="0" err="1"/>
              <a:t>Dedan</a:t>
            </a:r>
            <a:r>
              <a:rPr dirty="0"/>
              <a:t> Kimathi University of Technology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E2AC70-E556-517C-DB5A-66577EB632B1}"/>
              </a:ext>
            </a:extLst>
          </p:cNvPr>
          <p:cNvSpPr>
            <a:spLocks noGrp="1"/>
          </p:cNvSpPr>
          <p:nvPr>
            <p:ph type="title"/>
          </p:nvPr>
        </p:nvSpPr>
        <p:spPr/>
        <p:txBody>
          <a:bodyPr/>
          <a:lstStyle/>
          <a:p>
            <a:r>
              <a:rPr lang="en-US" dirty="0"/>
              <a:t>Abstract</a:t>
            </a:r>
            <a:endParaRPr lang="en-KE" dirty="0"/>
          </a:p>
        </p:txBody>
      </p:sp>
      <p:sp>
        <p:nvSpPr>
          <p:cNvPr id="3" name="TextBox 2">
            <a:extLst>
              <a:ext uri="{FF2B5EF4-FFF2-40B4-BE49-F238E27FC236}">
                <a16:creationId xmlns:a16="http://schemas.microsoft.com/office/drawing/2014/main" id="{5AA86D17-7E26-9B69-AD46-70B14105E2DF}"/>
              </a:ext>
            </a:extLst>
          </p:cNvPr>
          <p:cNvSpPr txBox="1"/>
          <p:nvPr/>
        </p:nvSpPr>
        <p:spPr>
          <a:xfrm>
            <a:off x="1075765" y="1210235"/>
            <a:ext cx="6992470" cy="1600438"/>
          </a:xfrm>
          <a:prstGeom prst="rect">
            <a:avLst/>
          </a:prstGeom>
          <a:noFill/>
        </p:spPr>
        <p:txBody>
          <a:bodyPr wrap="square" rtlCol="0">
            <a:spAutoFit/>
          </a:bodyPr>
          <a:lstStyle/>
          <a:p>
            <a:r>
              <a:rPr lang="en-US" sz="1400" u="sng" dirty="0"/>
              <a:t>English</a:t>
            </a:r>
          </a:p>
          <a:p>
            <a:r>
              <a:rPr lang="en-US" sz="1400" dirty="0"/>
              <a:t>In my presentation I examine the role and importance of African indigenous music in modern society. It explores how traditional music preserves cultural identity, history, and values while promoting social cohesion and community expression. I also discuss the influence of indigenous music on contemporary genres, education, and media. Despite challenges such as globalization and cultural erosion, African indigenous music remains relevant by adapting to modern platforms and continuing to shape social, cultural, and artistic development.</a:t>
            </a:r>
            <a:endParaRPr lang="en-KE" sz="1400" dirty="0"/>
          </a:p>
        </p:txBody>
      </p:sp>
      <p:sp>
        <p:nvSpPr>
          <p:cNvPr id="4" name="TextBox 3">
            <a:extLst>
              <a:ext uri="{FF2B5EF4-FFF2-40B4-BE49-F238E27FC236}">
                <a16:creationId xmlns:a16="http://schemas.microsoft.com/office/drawing/2014/main" id="{961940F9-4F80-8A35-FD8E-552A8C535712}"/>
              </a:ext>
            </a:extLst>
          </p:cNvPr>
          <p:cNvSpPr txBox="1"/>
          <p:nvPr/>
        </p:nvSpPr>
        <p:spPr>
          <a:xfrm>
            <a:off x="1075765" y="3160059"/>
            <a:ext cx="6992470" cy="1600438"/>
          </a:xfrm>
          <a:prstGeom prst="rect">
            <a:avLst/>
          </a:prstGeom>
          <a:noFill/>
        </p:spPr>
        <p:txBody>
          <a:bodyPr wrap="square" rtlCol="0">
            <a:spAutoFit/>
          </a:bodyPr>
          <a:lstStyle/>
          <a:p>
            <a:r>
              <a:rPr lang="en-US" sz="1400" u="sng" dirty="0"/>
              <a:t>Kiswahili</a:t>
            </a:r>
          </a:p>
          <a:p>
            <a:r>
              <a:rPr lang="en-GB" sz="1400" dirty="0" err="1"/>
              <a:t>Uwasilishaji</a:t>
            </a:r>
            <a:r>
              <a:rPr lang="en-GB" sz="1400" dirty="0"/>
              <a:t> </a:t>
            </a:r>
            <a:r>
              <a:rPr lang="en-GB" sz="1400" dirty="0" err="1"/>
              <a:t>wangu</a:t>
            </a:r>
            <a:r>
              <a:rPr lang="en-GB" sz="1400" dirty="0"/>
              <a:t> </a:t>
            </a:r>
            <a:r>
              <a:rPr lang="en-GB" sz="1400" dirty="0" err="1"/>
              <a:t>unaelezea</a:t>
            </a:r>
            <a:r>
              <a:rPr lang="en-GB" sz="1400" dirty="0"/>
              <a:t> </a:t>
            </a:r>
            <a:r>
              <a:rPr lang="en-GB" sz="1400" dirty="0" err="1"/>
              <a:t>nafasi</a:t>
            </a:r>
            <a:r>
              <a:rPr lang="en-GB" sz="1400" dirty="0"/>
              <a:t> </a:t>
            </a:r>
            <a:r>
              <a:rPr lang="en-GB" sz="1400" dirty="0" err="1"/>
              <a:t>na</a:t>
            </a:r>
            <a:r>
              <a:rPr lang="en-GB" sz="1400" dirty="0"/>
              <a:t> </a:t>
            </a:r>
            <a:r>
              <a:rPr lang="en-GB" sz="1400" dirty="0" err="1"/>
              <a:t>umuhimu</a:t>
            </a:r>
            <a:r>
              <a:rPr lang="en-GB" sz="1400" dirty="0"/>
              <a:t> </a:t>
            </a:r>
            <a:r>
              <a:rPr lang="en-GB" sz="1400" dirty="0" err="1"/>
              <a:t>wa</a:t>
            </a:r>
            <a:r>
              <a:rPr lang="en-GB" sz="1400" dirty="0"/>
              <a:t> </a:t>
            </a:r>
            <a:r>
              <a:rPr lang="en-GB" sz="1400" dirty="0" err="1"/>
              <a:t>muziki</a:t>
            </a:r>
            <a:r>
              <a:rPr lang="en-GB" sz="1400" dirty="0"/>
              <a:t> </a:t>
            </a:r>
            <a:r>
              <a:rPr lang="en-GB" sz="1400" dirty="0" err="1"/>
              <a:t>wa</a:t>
            </a:r>
            <a:r>
              <a:rPr lang="en-GB" sz="1400" dirty="0"/>
              <a:t> </a:t>
            </a:r>
            <a:r>
              <a:rPr lang="en-GB" sz="1400" dirty="0" err="1"/>
              <a:t>asili</a:t>
            </a:r>
            <a:r>
              <a:rPr lang="en-GB" sz="1400" dirty="0"/>
              <a:t> </a:t>
            </a:r>
            <a:r>
              <a:rPr lang="en-GB" sz="1400" dirty="0" err="1"/>
              <a:t>wa</a:t>
            </a:r>
            <a:r>
              <a:rPr lang="en-GB" sz="1400" dirty="0"/>
              <a:t> </a:t>
            </a:r>
            <a:r>
              <a:rPr lang="en-GB" sz="1400" dirty="0" err="1"/>
              <a:t>Kiafrika</a:t>
            </a:r>
            <a:r>
              <a:rPr lang="en-GB" sz="1400" dirty="0"/>
              <a:t> </a:t>
            </a:r>
            <a:r>
              <a:rPr lang="en-GB" sz="1400" dirty="0" err="1"/>
              <a:t>katika</a:t>
            </a:r>
            <a:r>
              <a:rPr lang="en-GB" sz="1400" dirty="0"/>
              <a:t> </a:t>
            </a:r>
            <a:r>
              <a:rPr lang="en-GB" sz="1400" dirty="0" err="1"/>
              <a:t>jamii</a:t>
            </a:r>
            <a:r>
              <a:rPr lang="en-GB" sz="1400" dirty="0"/>
              <a:t> </a:t>
            </a:r>
            <a:r>
              <a:rPr lang="en-GB" sz="1400" dirty="0" err="1"/>
              <a:t>ya</a:t>
            </a:r>
            <a:r>
              <a:rPr lang="en-GB" sz="1400" dirty="0"/>
              <a:t> </a:t>
            </a:r>
            <a:r>
              <a:rPr lang="en-GB" sz="1400" dirty="0" err="1"/>
              <a:t>kisasa</a:t>
            </a:r>
            <a:r>
              <a:rPr lang="en-GB" sz="1400" dirty="0"/>
              <a:t>. </a:t>
            </a:r>
            <a:r>
              <a:rPr lang="en-GB" sz="1400" dirty="0" err="1"/>
              <a:t>Unaangazia</a:t>
            </a:r>
            <a:r>
              <a:rPr lang="en-GB" sz="1400" dirty="0"/>
              <a:t> </a:t>
            </a:r>
            <a:r>
              <a:rPr lang="en-GB" sz="1400" dirty="0" err="1"/>
              <a:t>jinsi</a:t>
            </a:r>
            <a:r>
              <a:rPr lang="en-GB" sz="1400" dirty="0"/>
              <a:t> </a:t>
            </a:r>
            <a:r>
              <a:rPr lang="en-GB" sz="1400" dirty="0" err="1"/>
              <a:t>muziki</a:t>
            </a:r>
            <a:r>
              <a:rPr lang="en-GB" sz="1400" dirty="0"/>
              <a:t> </a:t>
            </a:r>
            <a:r>
              <a:rPr lang="en-GB" sz="1400" dirty="0" err="1"/>
              <a:t>wa</a:t>
            </a:r>
            <a:r>
              <a:rPr lang="en-GB" sz="1400" dirty="0"/>
              <a:t> </a:t>
            </a:r>
            <a:r>
              <a:rPr lang="en-GB" sz="1400" dirty="0" err="1"/>
              <a:t>jadi</a:t>
            </a:r>
            <a:r>
              <a:rPr lang="en-GB" sz="1400" dirty="0"/>
              <a:t> </a:t>
            </a:r>
            <a:r>
              <a:rPr lang="en-GB" sz="1400" dirty="0" err="1"/>
              <a:t>unavyohifadhi</a:t>
            </a:r>
            <a:r>
              <a:rPr lang="en-GB" sz="1400" dirty="0"/>
              <a:t> </a:t>
            </a:r>
            <a:r>
              <a:rPr lang="en-GB" sz="1400" dirty="0" err="1"/>
              <a:t>utambulisho</a:t>
            </a:r>
            <a:r>
              <a:rPr lang="en-GB" sz="1400" dirty="0"/>
              <a:t> </a:t>
            </a:r>
            <a:r>
              <a:rPr lang="en-GB" sz="1400" dirty="0" err="1"/>
              <a:t>wa</a:t>
            </a:r>
            <a:r>
              <a:rPr lang="en-GB" sz="1400" dirty="0"/>
              <a:t> </a:t>
            </a:r>
            <a:r>
              <a:rPr lang="en-GB" sz="1400" dirty="0" err="1"/>
              <a:t>kitamaduni</a:t>
            </a:r>
            <a:r>
              <a:rPr lang="en-GB" sz="1400" dirty="0"/>
              <a:t>, </a:t>
            </a:r>
            <a:r>
              <a:rPr lang="en-GB" sz="1400" dirty="0" err="1"/>
              <a:t>historia</a:t>
            </a:r>
            <a:r>
              <a:rPr lang="en-GB" sz="1400" dirty="0"/>
              <a:t>, </a:t>
            </a:r>
            <a:r>
              <a:rPr lang="en-GB" sz="1400" dirty="0" err="1"/>
              <a:t>na</a:t>
            </a:r>
            <a:r>
              <a:rPr lang="en-GB" sz="1400" dirty="0"/>
              <a:t> </a:t>
            </a:r>
            <a:r>
              <a:rPr lang="en-GB" sz="1400" dirty="0" err="1"/>
              <a:t>maadili</a:t>
            </a:r>
            <a:r>
              <a:rPr lang="en-GB" sz="1400" dirty="0"/>
              <a:t> </a:t>
            </a:r>
            <a:r>
              <a:rPr lang="en-GB" sz="1400" dirty="0" err="1"/>
              <a:t>ya</a:t>
            </a:r>
            <a:r>
              <a:rPr lang="en-GB" sz="1400" dirty="0"/>
              <a:t> </a:t>
            </a:r>
            <a:r>
              <a:rPr lang="en-GB" sz="1400" dirty="0" err="1"/>
              <a:t>jamii</a:t>
            </a:r>
            <a:r>
              <a:rPr lang="en-GB" sz="1400" dirty="0"/>
              <a:t>, </a:t>
            </a:r>
            <a:r>
              <a:rPr lang="en-GB" sz="1400" dirty="0" err="1"/>
              <a:t>pamoja</a:t>
            </a:r>
            <a:r>
              <a:rPr lang="en-GB" sz="1400" dirty="0"/>
              <a:t> </a:t>
            </a:r>
            <a:r>
              <a:rPr lang="en-GB" sz="1400" dirty="0" err="1"/>
              <a:t>na</a:t>
            </a:r>
            <a:r>
              <a:rPr lang="en-GB" sz="1400" dirty="0"/>
              <a:t> </a:t>
            </a:r>
            <a:r>
              <a:rPr lang="en-GB" sz="1400" dirty="0" err="1"/>
              <a:t>kuimarisha</a:t>
            </a:r>
            <a:r>
              <a:rPr lang="en-GB" sz="1400" dirty="0"/>
              <a:t> </a:t>
            </a:r>
            <a:r>
              <a:rPr lang="en-GB" sz="1400" dirty="0" err="1"/>
              <a:t>mshikamano</a:t>
            </a:r>
            <a:r>
              <a:rPr lang="en-GB" sz="1400" dirty="0"/>
              <a:t> </a:t>
            </a:r>
            <a:r>
              <a:rPr lang="en-GB" sz="1400" dirty="0" err="1"/>
              <a:t>wa</a:t>
            </a:r>
            <a:r>
              <a:rPr lang="en-GB" sz="1400" dirty="0"/>
              <a:t> </a:t>
            </a:r>
            <a:r>
              <a:rPr lang="en-GB" sz="1400" dirty="0" err="1"/>
              <a:t>kijamii</a:t>
            </a:r>
            <a:r>
              <a:rPr lang="en-GB" sz="1400" dirty="0"/>
              <a:t>. Pia </a:t>
            </a:r>
            <a:r>
              <a:rPr lang="en-GB" sz="1400" dirty="0" err="1"/>
              <a:t>naelezea</a:t>
            </a:r>
            <a:r>
              <a:rPr lang="en-GB" sz="1400" dirty="0"/>
              <a:t> </a:t>
            </a:r>
            <a:r>
              <a:rPr lang="en-GB" sz="1400" dirty="0" err="1"/>
              <a:t>mchango</a:t>
            </a:r>
            <a:r>
              <a:rPr lang="en-GB" sz="1400" dirty="0"/>
              <a:t> </a:t>
            </a:r>
            <a:r>
              <a:rPr lang="en-GB" sz="1400" dirty="0" err="1"/>
              <a:t>wa</a:t>
            </a:r>
            <a:r>
              <a:rPr lang="en-GB" sz="1400" dirty="0"/>
              <a:t> </a:t>
            </a:r>
            <a:r>
              <a:rPr lang="en-GB" sz="1400" dirty="0" err="1"/>
              <a:t>muziki</a:t>
            </a:r>
            <a:r>
              <a:rPr lang="en-GB" sz="1400" dirty="0"/>
              <a:t> </a:t>
            </a:r>
            <a:r>
              <a:rPr lang="en-GB" sz="1400" dirty="0" err="1"/>
              <a:t>wa</a:t>
            </a:r>
            <a:r>
              <a:rPr lang="en-GB" sz="1400" dirty="0"/>
              <a:t> </a:t>
            </a:r>
            <a:r>
              <a:rPr lang="en-GB" sz="1400" dirty="0" err="1"/>
              <a:t>asili</a:t>
            </a:r>
            <a:r>
              <a:rPr lang="en-GB" sz="1400" dirty="0"/>
              <a:t> </a:t>
            </a:r>
            <a:r>
              <a:rPr lang="en-GB" sz="1400" dirty="0" err="1"/>
              <a:t>katika</a:t>
            </a:r>
            <a:r>
              <a:rPr lang="en-GB" sz="1400" dirty="0"/>
              <a:t> </a:t>
            </a:r>
            <a:r>
              <a:rPr lang="en-GB" sz="1400" dirty="0" err="1"/>
              <a:t>muziki</a:t>
            </a:r>
            <a:r>
              <a:rPr lang="en-GB" sz="1400" dirty="0"/>
              <a:t> </a:t>
            </a:r>
            <a:r>
              <a:rPr lang="en-GB" sz="1400" dirty="0" err="1"/>
              <a:t>wa</a:t>
            </a:r>
            <a:r>
              <a:rPr lang="en-GB" sz="1400" dirty="0"/>
              <a:t> </a:t>
            </a:r>
            <a:r>
              <a:rPr lang="en-GB" sz="1400" dirty="0" err="1"/>
              <a:t>kisasa</a:t>
            </a:r>
            <a:r>
              <a:rPr lang="en-GB" sz="1400" dirty="0"/>
              <a:t>, </a:t>
            </a:r>
            <a:r>
              <a:rPr lang="en-GB" sz="1400" dirty="0" err="1"/>
              <a:t>elimu</a:t>
            </a:r>
            <a:r>
              <a:rPr lang="en-GB" sz="1400" dirty="0"/>
              <a:t>, </a:t>
            </a:r>
            <a:r>
              <a:rPr lang="en-GB" sz="1400" dirty="0" err="1"/>
              <a:t>na</a:t>
            </a:r>
            <a:r>
              <a:rPr lang="en-GB" sz="1400" dirty="0"/>
              <a:t> </a:t>
            </a:r>
            <a:r>
              <a:rPr lang="en-GB" sz="1400" dirty="0" err="1"/>
              <a:t>vyombo</a:t>
            </a:r>
            <a:r>
              <a:rPr lang="en-GB" sz="1400" dirty="0"/>
              <a:t> </a:t>
            </a:r>
            <a:r>
              <a:rPr lang="en-GB" sz="1400" dirty="0" err="1"/>
              <a:t>vya</a:t>
            </a:r>
            <a:r>
              <a:rPr lang="en-GB" sz="1400" dirty="0"/>
              <a:t> </a:t>
            </a:r>
            <a:r>
              <a:rPr lang="en-GB" sz="1400" dirty="0" err="1"/>
              <a:t>habari</a:t>
            </a:r>
            <a:r>
              <a:rPr lang="en-GB" sz="1400" dirty="0"/>
              <a:t>. </a:t>
            </a:r>
            <a:r>
              <a:rPr lang="en-GB" sz="1400" dirty="0" err="1"/>
              <a:t>Licha</a:t>
            </a:r>
            <a:r>
              <a:rPr lang="en-GB" sz="1400" dirty="0"/>
              <a:t> </a:t>
            </a:r>
            <a:r>
              <a:rPr lang="en-GB" sz="1400" dirty="0" err="1"/>
              <a:t>ya</a:t>
            </a:r>
            <a:r>
              <a:rPr lang="en-GB" sz="1400" dirty="0"/>
              <a:t> </a:t>
            </a:r>
            <a:r>
              <a:rPr lang="en-GB" sz="1400" dirty="0" err="1"/>
              <a:t>changamoto</a:t>
            </a:r>
            <a:r>
              <a:rPr lang="en-GB" sz="1400" dirty="0"/>
              <a:t> </a:t>
            </a:r>
            <a:r>
              <a:rPr lang="en-GB" sz="1400" dirty="0" err="1"/>
              <a:t>kama</a:t>
            </a:r>
            <a:r>
              <a:rPr lang="en-GB" sz="1400" dirty="0"/>
              <a:t> </a:t>
            </a:r>
            <a:r>
              <a:rPr lang="en-GB" sz="1400" dirty="0" err="1"/>
              <a:t>utandawazi</a:t>
            </a:r>
            <a:r>
              <a:rPr lang="en-GB" sz="1400" dirty="0"/>
              <a:t> </a:t>
            </a:r>
            <a:r>
              <a:rPr lang="en-GB" sz="1400" dirty="0" err="1"/>
              <a:t>na</a:t>
            </a:r>
            <a:r>
              <a:rPr lang="en-GB" sz="1400" dirty="0"/>
              <a:t> </a:t>
            </a:r>
            <a:r>
              <a:rPr lang="en-GB" sz="1400" dirty="0" err="1"/>
              <a:t>kupotea</a:t>
            </a:r>
            <a:r>
              <a:rPr lang="en-GB" sz="1400" dirty="0"/>
              <a:t> </a:t>
            </a:r>
            <a:r>
              <a:rPr lang="en-GB" sz="1400" dirty="0" err="1"/>
              <a:t>kwa</a:t>
            </a:r>
            <a:r>
              <a:rPr lang="en-GB" sz="1400" dirty="0"/>
              <a:t> </a:t>
            </a:r>
            <a:r>
              <a:rPr lang="en-GB" sz="1400" dirty="0" err="1"/>
              <a:t>tamaduni</a:t>
            </a:r>
            <a:r>
              <a:rPr lang="en-GB" sz="1400" dirty="0"/>
              <a:t>, </a:t>
            </a:r>
            <a:r>
              <a:rPr lang="en-GB" sz="1400" dirty="0" err="1"/>
              <a:t>muziki</a:t>
            </a:r>
            <a:r>
              <a:rPr lang="en-GB" sz="1400" dirty="0"/>
              <a:t> </a:t>
            </a:r>
            <a:r>
              <a:rPr lang="en-GB" sz="1400" dirty="0" err="1"/>
              <a:t>wa</a:t>
            </a:r>
            <a:r>
              <a:rPr lang="en-GB" sz="1400" dirty="0"/>
              <a:t> </a:t>
            </a:r>
            <a:r>
              <a:rPr lang="en-GB" sz="1400" dirty="0" err="1"/>
              <a:t>asili</a:t>
            </a:r>
            <a:r>
              <a:rPr lang="en-GB" sz="1400" dirty="0"/>
              <a:t> </a:t>
            </a:r>
            <a:r>
              <a:rPr lang="en-GB" sz="1400" dirty="0" err="1"/>
              <a:t>wa</a:t>
            </a:r>
            <a:r>
              <a:rPr lang="en-GB" sz="1400" dirty="0"/>
              <a:t> </a:t>
            </a:r>
            <a:r>
              <a:rPr lang="en-GB" sz="1400" dirty="0" err="1"/>
              <a:t>Kiafrika</a:t>
            </a:r>
            <a:r>
              <a:rPr lang="en-GB" sz="1400" dirty="0"/>
              <a:t> </a:t>
            </a:r>
            <a:r>
              <a:rPr lang="en-GB" sz="1400" dirty="0" err="1"/>
              <a:t>unaendelea</a:t>
            </a:r>
            <a:r>
              <a:rPr lang="en-GB" sz="1400" dirty="0"/>
              <a:t> </a:t>
            </a:r>
            <a:r>
              <a:rPr lang="en-GB" sz="1400" dirty="0" err="1"/>
              <a:t>kuwa</a:t>
            </a:r>
            <a:r>
              <a:rPr lang="en-GB" sz="1400" dirty="0"/>
              <a:t> </a:t>
            </a:r>
            <a:r>
              <a:rPr lang="en-GB" sz="1400" dirty="0" err="1"/>
              <a:t>muhimu</a:t>
            </a:r>
            <a:r>
              <a:rPr lang="en-GB" sz="1400" dirty="0"/>
              <a:t> </a:t>
            </a:r>
            <a:r>
              <a:rPr lang="en-GB" sz="1400" dirty="0" err="1"/>
              <a:t>kupitia</a:t>
            </a:r>
            <a:r>
              <a:rPr lang="en-GB" sz="1400" dirty="0"/>
              <a:t> </a:t>
            </a:r>
            <a:r>
              <a:rPr lang="en-GB" sz="1400" dirty="0" err="1"/>
              <a:t>urekebishaji</a:t>
            </a:r>
            <a:r>
              <a:rPr lang="en-GB" sz="1400" dirty="0"/>
              <a:t> wake </a:t>
            </a:r>
            <a:r>
              <a:rPr lang="en-GB" sz="1400" dirty="0" err="1"/>
              <a:t>na</a:t>
            </a:r>
            <a:r>
              <a:rPr lang="en-GB" sz="1400" dirty="0"/>
              <a:t> </a:t>
            </a:r>
            <a:r>
              <a:rPr lang="en-GB" sz="1400" dirty="0" err="1"/>
              <a:t>matumizi</a:t>
            </a:r>
            <a:r>
              <a:rPr lang="en-GB" sz="1400" dirty="0"/>
              <a:t> </a:t>
            </a:r>
            <a:r>
              <a:rPr lang="en-GB" sz="1400" dirty="0" err="1"/>
              <a:t>ya</a:t>
            </a:r>
            <a:r>
              <a:rPr lang="en-GB" sz="1400" dirty="0"/>
              <a:t> </a:t>
            </a:r>
            <a:r>
              <a:rPr lang="en-GB" sz="1400" dirty="0" err="1"/>
              <a:t>majukwaa</a:t>
            </a:r>
            <a:r>
              <a:rPr lang="en-GB" sz="1400" dirty="0"/>
              <a:t> </a:t>
            </a:r>
            <a:r>
              <a:rPr lang="en-GB" sz="1400" dirty="0" err="1"/>
              <a:t>ya</a:t>
            </a:r>
            <a:r>
              <a:rPr lang="en-GB" sz="1400" dirty="0"/>
              <a:t> </a:t>
            </a:r>
            <a:r>
              <a:rPr lang="en-GB" sz="1400" dirty="0" err="1"/>
              <a:t>kisasa</a:t>
            </a:r>
            <a:r>
              <a:rPr lang="en-GB" sz="1400" dirty="0"/>
              <a:t>.</a:t>
            </a:r>
            <a:endParaRPr lang="en-KE" sz="1400" u="sng" dirty="0"/>
          </a:p>
        </p:txBody>
      </p:sp>
      <p:sp>
        <p:nvSpPr>
          <p:cNvPr id="5" name="TextBox 4">
            <a:extLst>
              <a:ext uri="{FF2B5EF4-FFF2-40B4-BE49-F238E27FC236}">
                <a16:creationId xmlns:a16="http://schemas.microsoft.com/office/drawing/2014/main" id="{39AE22A3-0354-69FF-F1E7-0282E668A52C}"/>
              </a:ext>
            </a:extLst>
          </p:cNvPr>
          <p:cNvSpPr txBox="1"/>
          <p:nvPr/>
        </p:nvSpPr>
        <p:spPr>
          <a:xfrm>
            <a:off x="1075765" y="4907886"/>
            <a:ext cx="7100046" cy="1323439"/>
          </a:xfrm>
          <a:prstGeom prst="rect">
            <a:avLst/>
          </a:prstGeom>
          <a:noFill/>
        </p:spPr>
        <p:txBody>
          <a:bodyPr wrap="square" rtlCol="0">
            <a:spAutoFit/>
          </a:bodyPr>
          <a:lstStyle/>
          <a:p>
            <a:r>
              <a:rPr lang="en-US" sz="1600" u="sng" dirty="0" err="1"/>
              <a:t>Kikamba</a:t>
            </a:r>
            <a:endParaRPr lang="en-US" sz="1600" u="sng" dirty="0"/>
          </a:p>
          <a:p>
            <a:r>
              <a:rPr lang="en-US" sz="1600" u="sng" dirty="0" err="1"/>
              <a:t>Katika</a:t>
            </a:r>
            <a:r>
              <a:rPr lang="en-US" sz="1600" u="sng" dirty="0"/>
              <a:t> </a:t>
            </a:r>
            <a:r>
              <a:rPr lang="en-US" sz="1600" u="sng" dirty="0" err="1"/>
              <a:t>wonanyo</a:t>
            </a:r>
            <a:r>
              <a:rPr lang="en-US" sz="1600" u="sng" dirty="0"/>
              <a:t> </a:t>
            </a:r>
            <a:r>
              <a:rPr lang="en-US" sz="1600" u="sng" dirty="0" err="1"/>
              <a:t>huu</a:t>
            </a:r>
            <a:r>
              <a:rPr lang="en-US" sz="1600" u="sng" dirty="0"/>
              <a:t> </a:t>
            </a:r>
            <a:r>
              <a:rPr lang="en-US" sz="1600" u="sng" dirty="0" err="1"/>
              <a:t>wakwa</a:t>
            </a:r>
            <a:r>
              <a:rPr lang="en-US" sz="1600" u="sng" dirty="0"/>
              <a:t>, </a:t>
            </a:r>
            <a:r>
              <a:rPr lang="en-US" sz="1600" u="sng" dirty="0" err="1"/>
              <a:t>nieleetye</a:t>
            </a:r>
            <a:r>
              <a:rPr lang="en-US" sz="1600" u="sng" dirty="0"/>
              <a:t> </a:t>
            </a:r>
            <a:r>
              <a:rPr lang="en-US" sz="1600" u="sng" dirty="0" err="1"/>
              <a:t>undu</a:t>
            </a:r>
            <a:r>
              <a:rPr lang="en-US" sz="1600" u="sng" dirty="0"/>
              <a:t> </a:t>
            </a:r>
            <a:r>
              <a:rPr lang="en-US" sz="1600" u="sng" dirty="0" err="1"/>
              <a:t>wa</a:t>
            </a:r>
            <a:r>
              <a:rPr lang="en-US" sz="1600" u="sng" dirty="0"/>
              <a:t> </a:t>
            </a:r>
            <a:r>
              <a:rPr lang="en-US" sz="1600" u="sng" dirty="0" err="1"/>
              <a:t>mbathi</a:t>
            </a:r>
            <a:r>
              <a:rPr lang="en-US" sz="1600" u="sng" dirty="0"/>
              <a:t> </a:t>
            </a:r>
            <a:r>
              <a:rPr lang="en-US" sz="1600" u="sng" dirty="0" err="1"/>
              <a:t>sya</a:t>
            </a:r>
            <a:r>
              <a:rPr lang="en-US" sz="1600" u="sng" dirty="0"/>
              <a:t> </a:t>
            </a:r>
            <a:r>
              <a:rPr lang="en-US" sz="1600" u="sng" dirty="0" err="1"/>
              <a:t>kiafrika</a:t>
            </a:r>
            <a:r>
              <a:rPr lang="en-US" sz="1600" u="sng" dirty="0"/>
              <a:t> </a:t>
            </a:r>
            <a:r>
              <a:rPr lang="en-US" sz="1600" u="sng" dirty="0" err="1"/>
              <a:t>na</a:t>
            </a:r>
            <a:r>
              <a:rPr lang="en-US" sz="1600" u="sng" dirty="0"/>
              <a:t> </a:t>
            </a:r>
            <a:r>
              <a:rPr lang="en-US" sz="1600" u="sng" dirty="0" err="1"/>
              <a:t>vata</a:t>
            </a:r>
            <a:r>
              <a:rPr lang="en-US" sz="1600" u="sng" dirty="0"/>
              <a:t> </a:t>
            </a:r>
            <a:r>
              <a:rPr lang="en-US" sz="1600" u="sng" dirty="0" err="1"/>
              <a:t>wa</a:t>
            </a:r>
            <a:r>
              <a:rPr lang="en-US" sz="1600" u="sng" dirty="0"/>
              <a:t> </a:t>
            </a:r>
            <a:r>
              <a:rPr lang="en-US" sz="1600" u="sng" dirty="0" err="1"/>
              <a:t>syo</a:t>
            </a:r>
            <a:r>
              <a:rPr lang="en-US" sz="1600" u="sng" dirty="0"/>
              <a:t> </a:t>
            </a:r>
            <a:r>
              <a:rPr lang="en-US" sz="1600" u="sng" dirty="0" err="1"/>
              <a:t>katika</a:t>
            </a:r>
            <a:r>
              <a:rPr lang="en-US" sz="1600" u="sng" dirty="0"/>
              <a:t> </a:t>
            </a:r>
            <a:r>
              <a:rPr lang="en-US" sz="1600" u="sng" dirty="0" err="1"/>
              <a:t>jamii</a:t>
            </a:r>
            <a:r>
              <a:rPr lang="en-US" sz="1600" u="sng" dirty="0"/>
              <a:t> </a:t>
            </a:r>
            <a:r>
              <a:rPr lang="en-US" sz="1600" u="sng" dirty="0" err="1"/>
              <a:t>ya</a:t>
            </a:r>
            <a:r>
              <a:rPr lang="en-US" sz="1600" u="sng" dirty="0"/>
              <a:t> </a:t>
            </a:r>
            <a:r>
              <a:rPr lang="en-US" sz="1600" u="sng" dirty="0" err="1"/>
              <a:t>kiafrika</a:t>
            </a:r>
            <a:r>
              <a:rPr lang="en-US" sz="1600" u="sng" dirty="0"/>
              <a:t>. Ona </a:t>
            </a:r>
            <a:r>
              <a:rPr lang="en-US" sz="1600" u="sng" dirty="0" err="1"/>
              <a:t>kutwika</a:t>
            </a:r>
            <a:r>
              <a:rPr lang="en-US" sz="1600" u="sng" dirty="0"/>
              <a:t> </a:t>
            </a:r>
            <a:r>
              <a:rPr lang="en-US" sz="1600" u="sng" dirty="0" err="1"/>
              <a:t>kwi</a:t>
            </a:r>
            <a:r>
              <a:rPr lang="en-US" sz="1600" u="sng" dirty="0"/>
              <a:t> </a:t>
            </a:r>
            <a:r>
              <a:rPr lang="en-US" sz="1600" u="sng" dirty="0" err="1"/>
              <a:t>maundu</a:t>
            </a:r>
            <a:r>
              <a:rPr lang="en-US" sz="1600" u="sng" dirty="0"/>
              <a:t> </a:t>
            </a:r>
            <a:r>
              <a:rPr lang="en-US" sz="1600" u="sng" dirty="0" err="1"/>
              <a:t>maingi</a:t>
            </a:r>
            <a:r>
              <a:rPr lang="en-US" sz="1600" u="sng" dirty="0"/>
              <a:t> </a:t>
            </a:r>
            <a:r>
              <a:rPr lang="en-US" sz="1600" u="sng" dirty="0" err="1"/>
              <a:t>maukitaa</a:t>
            </a:r>
            <a:r>
              <a:rPr lang="en-US" sz="1600" u="sng" dirty="0"/>
              <a:t> </a:t>
            </a:r>
            <a:r>
              <a:rPr lang="en-US" sz="1600" u="sng" dirty="0" err="1"/>
              <a:t>kuendeew’a</a:t>
            </a:r>
            <a:r>
              <a:rPr lang="en-US" sz="1600" u="sng" dirty="0"/>
              <a:t> </a:t>
            </a:r>
            <a:r>
              <a:rPr lang="en-US" sz="1600" u="sng" dirty="0" err="1"/>
              <a:t>kwa</a:t>
            </a:r>
            <a:r>
              <a:rPr lang="en-US" sz="1600" u="sng" dirty="0"/>
              <a:t> </a:t>
            </a:r>
            <a:r>
              <a:rPr lang="en-US" sz="1600" u="sng" dirty="0" err="1"/>
              <a:t>mbathi</a:t>
            </a:r>
            <a:r>
              <a:rPr lang="en-US" sz="1600" u="sng" dirty="0"/>
              <a:t> ii, </a:t>
            </a:r>
            <a:r>
              <a:rPr lang="en-US" sz="1600" u="sng" dirty="0" err="1"/>
              <a:t>nivatonyeka</a:t>
            </a:r>
            <a:r>
              <a:rPr lang="en-US" sz="1600" u="sng" dirty="0"/>
              <a:t> </a:t>
            </a:r>
            <a:r>
              <a:rPr lang="en-US" sz="1600" u="sng" dirty="0" err="1"/>
              <a:t>tukasyeuvya</a:t>
            </a:r>
            <a:r>
              <a:rPr lang="en-US" sz="1600" u="sng" dirty="0"/>
              <a:t> </a:t>
            </a:r>
            <a:r>
              <a:rPr lang="en-US" sz="1600" u="sng" dirty="0" err="1"/>
              <a:t>mivango</a:t>
            </a:r>
            <a:r>
              <a:rPr lang="en-US" sz="1600" u="sng" dirty="0"/>
              <a:t> </a:t>
            </a:r>
            <a:r>
              <a:rPr lang="en-US" sz="1600" u="sng" dirty="0" err="1"/>
              <a:t>ya</a:t>
            </a:r>
            <a:r>
              <a:rPr lang="en-US" sz="1600" u="sng" dirty="0"/>
              <a:t> </a:t>
            </a:r>
            <a:r>
              <a:rPr lang="en-US" sz="1600" u="sng" dirty="0" err="1"/>
              <a:t>kuendeesya</a:t>
            </a:r>
            <a:r>
              <a:rPr lang="en-US" sz="1600" u="sng" dirty="0"/>
              <a:t> </a:t>
            </a:r>
            <a:r>
              <a:rPr lang="en-US" sz="1600" u="sng" dirty="0" err="1"/>
              <a:t>kiithio</a:t>
            </a:r>
            <a:r>
              <a:rPr lang="en-US" sz="1600" u="sng" dirty="0"/>
              <a:t> </a:t>
            </a:r>
            <a:r>
              <a:rPr lang="en-US" sz="1600" u="sng" dirty="0" err="1"/>
              <a:t>kya</a:t>
            </a:r>
            <a:r>
              <a:rPr lang="en-US" sz="1600" u="sng" dirty="0"/>
              <a:t> </a:t>
            </a:r>
            <a:r>
              <a:rPr lang="en-US" sz="1600" u="sng" dirty="0" err="1"/>
              <a:t>mbathi</a:t>
            </a:r>
            <a:r>
              <a:rPr lang="en-US" sz="1600" u="sng" dirty="0"/>
              <a:t> </a:t>
            </a:r>
            <a:r>
              <a:rPr lang="en-US" sz="1600" u="sng" dirty="0" err="1"/>
              <a:t>sya</a:t>
            </a:r>
            <a:r>
              <a:rPr lang="en-US" sz="1600" u="sng" dirty="0"/>
              <a:t> </a:t>
            </a:r>
            <a:r>
              <a:rPr lang="en-US" sz="1600" u="sng" dirty="0" err="1"/>
              <a:t>kiimbai</a:t>
            </a:r>
            <a:r>
              <a:rPr lang="en-US" sz="1600" u="sng" dirty="0"/>
              <a:t> </a:t>
            </a:r>
            <a:r>
              <a:rPr lang="en-US" sz="1600" u="sng" dirty="0" err="1"/>
              <a:t>sya</a:t>
            </a:r>
            <a:r>
              <a:rPr lang="en-US" sz="1600" u="sng" dirty="0"/>
              <a:t> Afrika.</a:t>
            </a:r>
            <a:endParaRPr lang="en-KE" sz="1600" u="sng" dirty="0"/>
          </a:p>
        </p:txBody>
      </p:sp>
    </p:spTree>
    <p:extLst>
      <p:ext uri="{BB962C8B-B14F-4D97-AF65-F5344CB8AC3E}">
        <p14:creationId xmlns:p14="http://schemas.microsoft.com/office/powerpoint/2010/main" val="21521291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Introduction</a:t>
            </a:r>
          </a:p>
        </p:txBody>
      </p:sp>
      <p:sp>
        <p:nvSpPr>
          <p:cNvPr id="3" name="Content Placeholder 2"/>
          <p:cNvSpPr>
            <a:spLocks noGrp="1"/>
          </p:cNvSpPr>
          <p:nvPr>
            <p:ph idx="1"/>
          </p:nvPr>
        </p:nvSpPr>
        <p:spPr/>
        <p:txBody>
          <a:bodyPr/>
          <a:lstStyle/>
          <a:p>
            <a:r>
              <a:rPr dirty="0"/>
              <a:t>African indigenous music is rooted in identity and heritage.</a:t>
            </a:r>
          </a:p>
          <a:p>
            <a:r>
              <a:rPr dirty="0"/>
              <a:t>Includes rhythms, chants, dances, and storytelling.</a:t>
            </a:r>
          </a:p>
          <a:p>
            <a:r>
              <a:rPr dirty="0"/>
              <a:t>Serves as a cultural archive.</a:t>
            </a:r>
          </a:p>
          <a:p>
            <a:r>
              <a:rPr dirty="0"/>
              <a:t>Influences modern global music.</a:t>
            </a:r>
          </a:p>
          <a:p>
            <a:r>
              <a:rPr dirty="0"/>
              <a:t>Highlights gender awareness in African society.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Is African Indigenous Music?</a:t>
            </a:r>
          </a:p>
        </p:txBody>
      </p:sp>
      <p:sp>
        <p:nvSpPr>
          <p:cNvPr id="3" name="Content Placeholder 2"/>
          <p:cNvSpPr>
            <a:spLocks noGrp="1"/>
          </p:cNvSpPr>
          <p:nvPr>
            <p:ph idx="1"/>
          </p:nvPr>
        </p:nvSpPr>
        <p:spPr/>
        <p:txBody>
          <a:bodyPr/>
          <a:lstStyle/>
          <a:p>
            <a:r>
              <a:rPr dirty="0"/>
              <a:t>Traditional expressions passed orally.</a:t>
            </a:r>
          </a:p>
          <a:p>
            <a:r>
              <a:rPr dirty="0"/>
              <a:t>Created using local instruments.</a:t>
            </a:r>
          </a:p>
          <a:p>
            <a:r>
              <a:rPr dirty="0"/>
              <a:t>Linked with rituals and social life.</a:t>
            </a:r>
          </a:p>
          <a:p>
            <a:r>
              <a:rPr dirty="0"/>
              <a:t>Accompanied by dance and storytelling.</a:t>
            </a:r>
          </a:p>
          <a:p>
            <a:r>
              <a:rPr dirty="0"/>
              <a:t>Reflects beliefs, values, and emotions.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Historical Background</a:t>
            </a:r>
          </a:p>
        </p:txBody>
      </p:sp>
      <p:sp>
        <p:nvSpPr>
          <p:cNvPr id="3" name="Content Placeholder 2"/>
          <p:cNvSpPr>
            <a:spLocks noGrp="1"/>
          </p:cNvSpPr>
          <p:nvPr>
            <p:ph idx="1"/>
          </p:nvPr>
        </p:nvSpPr>
        <p:spPr/>
        <p:txBody>
          <a:bodyPr/>
          <a:lstStyle/>
          <a:p>
            <a:r>
              <a:rPr dirty="0"/>
              <a:t>Music guided community structure.</a:t>
            </a:r>
          </a:p>
          <a:p>
            <a:r>
              <a:rPr dirty="0"/>
              <a:t>Drums used for communication.</a:t>
            </a:r>
          </a:p>
          <a:p>
            <a:r>
              <a:rPr dirty="0"/>
              <a:t>Colonialism restricted traditional music.</a:t>
            </a:r>
          </a:p>
          <a:p>
            <a:r>
              <a:rPr dirty="0"/>
              <a:t>Missionaries discouraged rituals.</a:t>
            </a:r>
          </a:p>
          <a:p>
            <a:r>
              <a:rPr dirty="0"/>
              <a:t>Post-independence revival efforts.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Social Importance</a:t>
            </a:r>
          </a:p>
        </p:txBody>
      </p:sp>
      <p:sp>
        <p:nvSpPr>
          <p:cNvPr id="3" name="Content Placeholder 2"/>
          <p:cNvSpPr>
            <a:spLocks noGrp="1"/>
          </p:cNvSpPr>
          <p:nvPr>
            <p:ph idx="1"/>
          </p:nvPr>
        </p:nvSpPr>
        <p:spPr/>
        <p:txBody>
          <a:bodyPr/>
          <a:lstStyle/>
          <a:p>
            <a:r>
              <a:rPr dirty="0"/>
              <a:t>Promotes unity and belonging.</a:t>
            </a:r>
          </a:p>
          <a:p>
            <a:r>
              <a:rPr dirty="0"/>
              <a:t>Used in weddings, funerals, harvests.</a:t>
            </a:r>
          </a:p>
          <a:p>
            <a:r>
              <a:rPr dirty="0"/>
              <a:t>Reinforces values and morals.</a:t>
            </a:r>
          </a:p>
          <a:p>
            <a:r>
              <a:rPr dirty="0"/>
              <a:t>Aids conflict resolution.</a:t>
            </a:r>
          </a:p>
          <a:p>
            <a:r>
              <a:rPr dirty="0"/>
              <a:t>Encourages communal participation.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Spiritual and Religious Importance</a:t>
            </a:r>
          </a:p>
        </p:txBody>
      </p:sp>
      <p:sp>
        <p:nvSpPr>
          <p:cNvPr id="3" name="Content Placeholder 2"/>
          <p:cNvSpPr>
            <a:spLocks noGrp="1"/>
          </p:cNvSpPr>
          <p:nvPr>
            <p:ph idx="1"/>
          </p:nvPr>
        </p:nvSpPr>
        <p:spPr/>
        <p:txBody>
          <a:bodyPr/>
          <a:lstStyle/>
          <a:p>
            <a:r>
              <a:rPr dirty="0"/>
              <a:t>Connects people to ancestors.</a:t>
            </a:r>
          </a:p>
          <a:p>
            <a:r>
              <a:rPr dirty="0"/>
              <a:t>Used in rituals and cleansing ceremonies.</a:t>
            </a:r>
          </a:p>
          <a:p>
            <a:r>
              <a:rPr dirty="0"/>
              <a:t>Certain instruments have sacred meanings.</a:t>
            </a:r>
          </a:p>
          <a:p>
            <a:r>
              <a:rPr dirty="0"/>
              <a:t>Marks life transitions.</a:t>
            </a:r>
          </a:p>
          <a:p>
            <a:r>
              <a:rPr dirty="0"/>
              <a:t>Accompanies communal prayers.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Music as a Form of Education</a:t>
            </a:r>
          </a:p>
        </p:txBody>
      </p:sp>
      <p:sp>
        <p:nvSpPr>
          <p:cNvPr id="3" name="Content Placeholder 2"/>
          <p:cNvSpPr>
            <a:spLocks noGrp="1"/>
          </p:cNvSpPr>
          <p:nvPr>
            <p:ph idx="1"/>
          </p:nvPr>
        </p:nvSpPr>
        <p:spPr/>
        <p:txBody>
          <a:bodyPr/>
          <a:lstStyle/>
          <a:p>
            <a:r>
              <a:rPr dirty="0"/>
              <a:t>Conveys history and myths.</a:t>
            </a:r>
          </a:p>
          <a:p>
            <a:r>
              <a:rPr dirty="0"/>
              <a:t>Teaches language rhythm and teamwork.</a:t>
            </a:r>
          </a:p>
          <a:p>
            <a:r>
              <a:rPr dirty="0"/>
              <a:t>Builds memory and discipline.</a:t>
            </a:r>
          </a:p>
          <a:p>
            <a:r>
              <a:rPr dirty="0"/>
              <a:t>Passes wisdom to youth.</a:t>
            </a:r>
          </a:p>
          <a:p>
            <a:r>
              <a:rPr dirty="0"/>
              <a:t>Preserves endangered languages.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Economic Importance</a:t>
            </a:r>
          </a:p>
        </p:txBody>
      </p:sp>
      <p:sp>
        <p:nvSpPr>
          <p:cNvPr id="3" name="Content Placeholder 2"/>
          <p:cNvSpPr>
            <a:spLocks noGrp="1"/>
          </p:cNvSpPr>
          <p:nvPr>
            <p:ph idx="1"/>
          </p:nvPr>
        </p:nvSpPr>
        <p:spPr/>
        <p:txBody>
          <a:bodyPr/>
          <a:lstStyle/>
          <a:p>
            <a:r>
              <a:rPr dirty="0"/>
              <a:t>Provides income for performers.</a:t>
            </a:r>
          </a:p>
          <a:p>
            <a:r>
              <a:rPr dirty="0"/>
              <a:t>Promotes cultural tourism.</a:t>
            </a:r>
          </a:p>
          <a:p>
            <a:r>
              <a:rPr dirty="0"/>
              <a:t>Creates jobs for artisans.</a:t>
            </a:r>
          </a:p>
          <a:p>
            <a:r>
              <a:rPr dirty="0"/>
              <a:t>Festivals attract international visitors.</a:t>
            </a:r>
          </a:p>
          <a:p>
            <a:r>
              <a:rPr dirty="0"/>
              <a:t>Supports dancers and musicians.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Political &amp; Social Mobilization</a:t>
            </a:r>
          </a:p>
        </p:txBody>
      </p:sp>
      <p:sp>
        <p:nvSpPr>
          <p:cNvPr id="3" name="Content Placeholder 2"/>
          <p:cNvSpPr>
            <a:spLocks noGrp="1"/>
          </p:cNvSpPr>
          <p:nvPr>
            <p:ph idx="1"/>
          </p:nvPr>
        </p:nvSpPr>
        <p:spPr/>
        <p:txBody>
          <a:bodyPr/>
          <a:lstStyle/>
          <a:p>
            <a:r>
              <a:rPr dirty="0"/>
              <a:t>Used during independence movements.</a:t>
            </a:r>
          </a:p>
          <a:p>
            <a:r>
              <a:rPr dirty="0"/>
              <a:t>Carries political messages.</a:t>
            </a:r>
          </a:p>
          <a:p>
            <a:r>
              <a:rPr dirty="0"/>
              <a:t>Supports activism and peace efforts.</a:t>
            </a:r>
          </a:p>
          <a:p>
            <a:r>
              <a:rPr dirty="0"/>
              <a:t>Influences public opinion.</a:t>
            </a:r>
          </a:p>
          <a:p>
            <a:r>
              <a:rPr dirty="0"/>
              <a:t>Mobilizes communities during events.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Cultural Identity &amp; Pride</a:t>
            </a:r>
          </a:p>
        </p:txBody>
      </p:sp>
      <p:sp>
        <p:nvSpPr>
          <p:cNvPr id="3" name="Content Placeholder 2"/>
          <p:cNvSpPr>
            <a:spLocks noGrp="1"/>
          </p:cNvSpPr>
          <p:nvPr>
            <p:ph idx="1"/>
          </p:nvPr>
        </p:nvSpPr>
        <p:spPr/>
        <p:txBody>
          <a:bodyPr/>
          <a:lstStyle/>
          <a:p>
            <a:r>
              <a:rPr dirty="0"/>
              <a:t>Preserves ethnic identities.</a:t>
            </a:r>
          </a:p>
          <a:p>
            <a:r>
              <a:rPr dirty="0"/>
              <a:t>Unites diaspora communities.</a:t>
            </a:r>
          </a:p>
          <a:p>
            <a:r>
              <a:rPr dirty="0"/>
              <a:t>Revives languages and traditions.</a:t>
            </a:r>
          </a:p>
          <a:p>
            <a:r>
              <a:rPr dirty="0"/>
              <a:t>Promotes African pride.</a:t>
            </a:r>
          </a:p>
          <a:p>
            <a:r>
              <a:rPr dirty="0"/>
              <a:t>Counters cultural erosion.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African Instruments &amp; Meanings</a:t>
            </a:r>
          </a:p>
        </p:txBody>
      </p:sp>
      <p:sp>
        <p:nvSpPr>
          <p:cNvPr id="3" name="Content Placeholder 2"/>
          <p:cNvSpPr>
            <a:spLocks noGrp="1"/>
          </p:cNvSpPr>
          <p:nvPr>
            <p:ph idx="1"/>
          </p:nvPr>
        </p:nvSpPr>
        <p:spPr/>
        <p:txBody>
          <a:bodyPr/>
          <a:lstStyle/>
          <a:p>
            <a:r>
              <a:rPr dirty="0"/>
              <a:t>Djembe: unity and storytelling.</a:t>
            </a:r>
          </a:p>
          <a:p>
            <a:r>
              <a:rPr dirty="0"/>
              <a:t>Mbira: spiritual connection.</a:t>
            </a:r>
          </a:p>
          <a:p>
            <a:r>
              <a:rPr dirty="0"/>
              <a:t>Kora: historian’s instrument.</a:t>
            </a:r>
          </a:p>
          <a:p>
            <a:r>
              <a:rPr dirty="0"/>
              <a:t>Nyatiti: Luo identity.</a:t>
            </a:r>
          </a:p>
          <a:p>
            <a:r>
              <a:rPr dirty="0"/>
              <a:t>Talking drums: communication tool.</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Modern Influence</a:t>
            </a:r>
          </a:p>
        </p:txBody>
      </p:sp>
      <p:sp>
        <p:nvSpPr>
          <p:cNvPr id="3" name="Content Placeholder 2"/>
          <p:cNvSpPr>
            <a:spLocks noGrp="1"/>
          </p:cNvSpPr>
          <p:nvPr>
            <p:ph idx="1"/>
          </p:nvPr>
        </p:nvSpPr>
        <p:spPr/>
        <p:txBody>
          <a:bodyPr/>
          <a:lstStyle/>
          <a:p>
            <a:r>
              <a:rPr dirty="0"/>
              <a:t>Foundation for Afrobeats and </a:t>
            </a:r>
            <a:r>
              <a:rPr dirty="0" err="1"/>
              <a:t>Amapiano</a:t>
            </a:r>
            <a:r>
              <a:rPr dirty="0"/>
              <a:t>.</a:t>
            </a:r>
          </a:p>
          <a:p>
            <a:r>
              <a:rPr dirty="0"/>
              <a:t>Sampled by global artists.</a:t>
            </a:r>
          </a:p>
          <a:p>
            <a:r>
              <a:rPr dirty="0"/>
              <a:t>Fusion music reaches youth.</a:t>
            </a:r>
          </a:p>
          <a:p>
            <a:r>
              <a:rPr dirty="0"/>
              <a:t>Traditional dances in modern videos.</a:t>
            </a:r>
          </a:p>
          <a:p>
            <a:r>
              <a:rPr dirty="0"/>
              <a:t>Growing global appreciation.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Preservation Challenges</a:t>
            </a:r>
          </a:p>
        </p:txBody>
      </p:sp>
      <p:sp>
        <p:nvSpPr>
          <p:cNvPr id="3" name="Content Placeholder 2"/>
          <p:cNvSpPr>
            <a:spLocks noGrp="1"/>
          </p:cNvSpPr>
          <p:nvPr>
            <p:ph idx="1"/>
          </p:nvPr>
        </p:nvSpPr>
        <p:spPr/>
        <p:txBody>
          <a:bodyPr/>
          <a:lstStyle/>
          <a:p>
            <a:r>
              <a:rPr dirty="0"/>
              <a:t>Westernization reduces interest.</a:t>
            </a:r>
          </a:p>
          <a:p>
            <a:r>
              <a:rPr dirty="0"/>
              <a:t>Loss of ritual contexts.</a:t>
            </a:r>
          </a:p>
          <a:p>
            <a:r>
              <a:rPr dirty="0"/>
              <a:t>Few training institutions.</a:t>
            </a:r>
          </a:p>
          <a:p>
            <a:r>
              <a:rPr dirty="0"/>
              <a:t>Endangered languages disappearing.</a:t>
            </a:r>
          </a:p>
          <a:p>
            <a:r>
              <a:rPr dirty="0"/>
              <a:t>Digital music overshadowing tradition.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Opportunities for Preservation</a:t>
            </a:r>
          </a:p>
        </p:txBody>
      </p:sp>
      <p:sp>
        <p:nvSpPr>
          <p:cNvPr id="3" name="Content Placeholder 2"/>
          <p:cNvSpPr>
            <a:spLocks noGrp="1"/>
          </p:cNvSpPr>
          <p:nvPr>
            <p:ph idx="1"/>
          </p:nvPr>
        </p:nvSpPr>
        <p:spPr/>
        <p:txBody>
          <a:bodyPr/>
          <a:lstStyle/>
          <a:p>
            <a:r>
              <a:rPr dirty="0"/>
              <a:t>Digital archiving.</a:t>
            </a:r>
          </a:p>
          <a:p>
            <a:r>
              <a:rPr dirty="0"/>
              <a:t>Cultural programs in schools.</a:t>
            </a:r>
          </a:p>
          <a:p>
            <a:r>
              <a:rPr dirty="0"/>
              <a:t>Government festivals.</a:t>
            </a:r>
          </a:p>
          <a:p>
            <a:r>
              <a:rPr dirty="0"/>
              <a:t>Cross‑genre collaborations.</a:t>
            </a:r>
          </a:p>
          <a:p>
            <a:r>
              <a:rPr dirty="0"/>
              <a:t>Use of social media platforms.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Case Study – Kenya</a:t>
            </a:r>
          </a:p>
        </p:txBody>
      </p:sp>
      <p:sp>
        <p:nvSpPr>
          <p:cNvPr id="3" name="Content Placeholder 2"/>
          <p:cNvSpPr>
            <a:spLocks noGrp="1"/>
          </p:cNvSpPr>
          <p:nvPr>
            <p:ph idx="1"/>
          </p:nvPr>
        </p:nvSpPr>
        <p:spPr/>
        <p:txBody>
          <a:bodyPr/>
          <a:lstStyle/>
          <a:p>
            <a:r>
              <a:rPr dirty="0" err="1"/>
              <a:t>Gikuyu</a:t>
            </a:r>
            <a:r>
              <a:rPr dirty="0"/>
              <a:t>: </a:t>
            </a:r>
            <a:r>
              <a:rPr dirty="0" err="1"/>
              <a:t>Mũgithi</a:t>
            </a:r>
            <a:r>
              <a:rPr dirty="0"/>
              <a:t> and traditional dance.</a:t>
            </a:r>
          </a:p>
          <a:p>
            <a:r>
              <a:rPr dirty="0"/>
              <a:t>Luo: Nyatiti heritage.</a:t>
            </a:r>
          </a:p>
          <a:p>
            <a:r>
              <a:rPr dirty="0"/>
              <a:t>Kamba: </a:t>
            </a:r>
            <a:r>
              <a:rPr dirty="0" err="1"/>
              <a:t>Kilumi</a:t>
            </a:r>
            <a:r>
              <a:rPr dirty="0"/>
              <a:t> for healing.</a:t>
            </a:r>
          </a:p>
          <a:p>
            <a:r>
              <a:rPr dirty="0"/>
              <a:t>Maasai: </a:t>
            </a:r>
            <a:r>
              <a:rPr dirty="0" err="1"/>
              <a:t>Adumu</a:t>
            </a:r>
            <a:r>
              <a:rPr dirty="0"/>
              <a:t> dance.</a:t>
            </a:r>
          </a:p>
          <a:p>
            <a:r>
              <a:rPr dirty="0"/>
              <a:t>National festivals promote culture.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Case Study – West Africa</a:t>
            </a:r>
          </a:p>
        </p:txBody>
      </p:sp>
      <p:sp>
        <p:nvSpPr>
          <p:cNvPr id="3" name="Content Placeholder 2"/>
          <p:cNvSpPr>
            <a:spLocks noGrp="1"/>
          </p:cNvSpPr>
          <p:nvPr>
            <p:ph idx="1"/>
          </p:nvPr>
        </p:nvSpPr>
        <p:spPr/>
        <p:txBody>
          <a:bodyPr/>
          <a:lstStyle/>
          <a:p>
            <a:r>
              <a:rPr dirty="0"/>
              <a:t>Griot storytelling tradition.</a:t>
            </a:r>
          </a:p>
          <a:p>
            <a:r>
              <a:rPr dirty="0"/>
              <a:t>Kora players preserve genealogy.</a:t>
            </a:r>
          </a:p>
          <a:p>
            <a:r>
              <a:rPr dirty="0"/>
              <a:t>Griots as advisers and mediators.</a:t>
            </a:r>
          </a:p>
          <a:p>
            <a:r>
              <a:rPr dirty="0"/>
              <a:t>Influences global genres.</a:t>
            </a:r>
          </a:p>
          <a:p>
            <a:r>
              <a:rPr dirty="0"/>
              <a:t>Recognized as UNESCO heritage.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dirty="0"/>
              <a:t>Gender Awareness in Indigenous Music</a:t>
            </a:r>
          </a:p>
        </p:txBody>
      </p:sp>
      <p:sp>
        <p:nvSpPr>
          <p:cNvPr id="3" name="Content Placeholder 2"/>
          <p:cNvSpPr>
            <a:spLocks noGrp="1"/>
          </p:cNvSpPr>
          <p:nvPr>
            <p:ph idx="1"/>
          </p:nvPr>
        </p:nvSpPr>
        <p:spPr/>
        <p:txBody>
          <a:bodyPr/>
          <a:lstStyle/>
          <a:p>
            <a:r>
              <a:rPr dirty="0"/>
              <a:t>Historical gender-based roles.</a:t>
            </a:r>
          </a:p>
          <a:p>
            <a:r>
              <a:rPr dirty="0"/>
              <a:t>Women excluded from some instruments.</a:t>
            </a:r>
          </a:p>
          <a:p>
            <a:r>
              <a:rPr dirty="0"/>
              <a:t>Women preserved culture via songs.</a:t>
            </a:r>
          </a:p>
          <a:p>
            <a:r>
              <a:rPr dirty="0"/>
              <a:t>Modern push for inclusivity.</a:t>
            </a:r>
          </a:p>
          <a:p>
            <a:r>
              <a:rPr dirty="0"/>
              <a:t>Female artists gaining recognition.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Importance of Gender Awareness</a:t>
            </a:r>
          </a:p>
        </p:txBody>
      </p:sp>
      <p:sp>
        <p:nvSpPr>
          <p:cNvPr id="3" name="Content Placeholder 2"/>
          <p:cNvSpPr>
            <a:spLocks noGrp="1"/>
          </p:cNvSpPr>
          <p:nvPr>
            <p:ph idx="1"/>
          </p:nvPr>
        </p:nvSpPr>
        <p:spPr/>
        <p:txBody>
          <a:bodyPr/>
          <a:lstStyle/>
          <a:p>
            <a:r>
              <a:rPr dirty="0"/>
              <a:t>Promotes cultural inclusion.</a:t>
            </a:r>
          </a:p>
          <a:p>
            <a:r>
              <a:rPr dirty="0"/>
              <a:t>Recognizes women as custodians.</a:t>
            </a:r>
          </a:p>
          <a:p>
            <a:r>
              <a:rPr dirty="0"/>
              <a:t>Breaks limiting stereotypes.</a:t>
            </a:r>
          </a:p>
          <a:p>
            <a:r>
              <a:rPr dirty="0"/>
              <a:t>Encourages equal participation.</a:t>
            </a:r>
          </a:p>
          <a:p>
            <a:r>
              <a:rPr dirty="0"/>
              <a:t>Strengthens community values.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Recommendations</a:t>
            </a:r>
          </a:p>
        </p:txBody>
      </p:sp>
      <p:sp>
        <p:nvSpPr>
          <p:cNvPr id="3" name="Content Placeholder 2"/>
          <p:cNvSpPr>
            <a:spLocks noGrp="1"/>
          </p:cNvSpPr>
          <p:nvPr>
            <p:ph idx="1"/>
          </p:nvPr>
        </p:nvSpPr>
        <p:spPr/>
        <p:txBody>
          <a:bodyPr/>
          <a:lstStyle/>
          <a:p>
            <a:r>
              <a:rPr dirty="0"/>
              <a:t>Document disappearing traditions.</a:t>
            </a:r>
          </a:p>
          <a:p>
            <a:r>
              <a:rPr dirty="0"/>
              <a:t>Support women-led cultural groups.</a:t>
            </a:r>
          </a:p>
          <a:p>
            <a:r>
              <a:rPr dirty="0"/>
              <a:t>Add indigenous music to curricula.</a:t>
            </a:r>
          </a:p>
          <a:p>
            <a:r>
              <a:rPr dirty="0"/>
              <a:t>Fund cultural centers.</a:t>
            </a:r>
          </a:p>
          <a:p>
            <a:r>
              <a:rPr dirty="0"/>
              <a:t>Promote digital innovation.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r>
              <a:rPr dirty="0"/>
              <a:t>Indigenous music symbolizes identity and unity.</a:t>
            </a:r>
          </a:p>
          <a:p>
            <a:r>
              <a:rPr dirty="0"/>
              <a:t>Shapes social and spiritual life.</a:t>
            </a:r>
          </a:p>
          <a:p>
            <a:r>
              <a:rPr dirty="0"/>
              <a:t>Must be preserved for future generations.</a:t>
            </a:r>
          </a:p>
          <a:p>
            <a:r>
              <a:rPr dirty="0"/>
              <a:t>Gender awareness ensures inclusivity.</a:t>
            </a:r>
          </a:p>
          <a:p>
            <a:r>
              <a:rPr dirty="0"/>
              <a:t>Culture survives through its music.</a:t>
            </a:r>
            <a:endParaRPr lang="en-US" dirty="0"/>
          </a:p>
          <a:p>
            <a:pPr marL="0" indent="0" algn="ctr">
              <a:buNone/>
            </a:pPr>
            <a:r>
              <a:rPr lang="en-US" sz="3600" dirty="0"/>
              <a:t>Thank you</a:t>
            </a:r>
            <a:endParaRPr sz="3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1578</TotalTime>
  <Words>795</Words>
  <Application>Microsoft Office PowerPoint</Application>
  <PresentationFormat>On-screen Show (4:3)</PresentationFormat>
  <Paragraphs>125</Paragraphs>
  <Slides>21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The Role and Importance of African Indigenous Music in Modern Society</vt:lpstr>
      <vt:lpstr>Abstract</vt:lpstr>
      <vt:lpstr>Introduction</vt:lpstr>
      <vt:lpstr>What Is African Indigenous Music?</vt:lpstr>
      <vt:lpstr>Historical Background</vt:lpstr>
      <vt:lpstr>Social Importance</vt:lpstr>
      <vt:lpstr>Spiritual and Religious Importance</vt:lpstr>
      <vt:lpstr>Music as a Form of Education</vt:lpstr>
      <vt:lpstr>Economic Importance</vt:lpstr>
      <vt:lpstr>Political &amp; Social Mobilization</vt:lpstr>
      <vt:lpstr>Cultural Identity &amp; Pride</vt:lpstr>
      <vt:lpstr>African Instruments &amp; Meanings</vt:lpstr>
      <vt:lpstr>Modern Influence</vt:lpstr>
      <vt:lpstr>Preservation Challenges</vt:lpstr>
      <vt:lpstr>Opportunities for Preservation</vt:lpstr>
      <vt:lpstr>Case Study – Kenya</vt:lpstr>
      <vt:lpstr>Case Study – West Africa</vt:lpstr>
      <vt:lpstr>Gender Awareness in Indigenous Music</vt:lpstr>
      <vt:lpstr>Importance of Gender Awareness</vt:lpstr>
      <vt:lpstr>Recommendations</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Samuel Kyalo</dc:creator>
  <cp:keywords/>
  <dc:description>generated using python-pptx</dc:description>
  <cp:lastModifiedBy>Samuel Kyalo</cp:lastModifiedBy>
  <cp:revision>1</cp:revision>
  <dcterms:created xsi:type="dcterms:W3CDTF">2013-01-27T09:14:16Z</dcterms:created>
  <dcterms:modified xsi:type="dcterms:W3CDTF">2026-02-16T18:22:22Z</dcterms:modified>
  <cp:category/>
</cp:coreProperties>
</file>