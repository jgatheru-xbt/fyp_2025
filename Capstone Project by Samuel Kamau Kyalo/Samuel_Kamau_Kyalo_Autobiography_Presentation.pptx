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AUTOBIOGRAPHY OF SAMUEL KAMAU KYALO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BSc Computer Science – </a:t>
            </a:r>
            <a:r>
              <a:rPr dirty="0" err="1"/>
              <a:t>Dedan</a:t>
            </a:r>
            <a:r>
              <a:rPr dirty="0"/>
              <a:t> Kimathi University of Technology</a:t>
            </a:r>
          </a:p>
          <a:p>
            <a:r>
              <a:rPr dirty="0"/>
              <a:t>Email: </a:t>
            </a:r>
            <a:r>
              <a:rPr lang="en-US" dirty="0"/>
              <a:t>kyalo.kamau22@students.dkut.ac.ke</a:t>
            </a:r>
            <a:r>
              <a:rPr dirty="0"/>
              <a:t> Phone: +254 7</a:t>
            </a:r>
            <a:r>
              <a:rPr lang="en-US" dirty="0"/>
              <a:t>42168964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Born: Thika, Kenya (May 11, 2004)</a:t>
            </a:r>
          </a:p>
          <a:p>
            <a:r>
              <a:t>Raised in Garissa, later Masinga</a:t>
            </a:r>
          </a:p>
          <a:p>
            <a:r>
              <a:t>Inspired by faith, family, and technology</a:t>
            </a:r>
          </a:p>
          <a:p>
            <a:r>
              <a:t>“This story honors the steps that led me here.”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Early Childhood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3647"/>
            <a:ext cx="8229600" cy="4525963"/>
          </a:xfrm>
        </p:spPr>
        <p:txBody>
          <a:bodyPr/>
          <a:lstStyle/>
          <a:p>
            <a:r>
              <a:rPr dirty="0"/>
              <a:t>First day of school memory (St. Mary’s – cried the whole day)</a:t>
            </a:r>
          </a:p>
          <a:p>
            <a:r>
              <a:rPr dirty="0"/>
              <a:t>Adventures with Simba the dog, herding livestock</a:t>
            </a:r>
          </a:p>
          <a:p>
            <a:r>
              <a:rPr dirty="0"/>
              <a:t>Played </a:t>
            </a:r>
            <a:r>
              <a:rPr dirty="0" err="1"/>
              <a:t>katani</a:t>
            </a:r>
            <a:r>
              <a:rPr dirty="0"/>
              <a:t> football with friends</a:t>
            </a:r>
          </a:p>
          <a:p>
            <a:r>
              <a:rPr dirty="0"/>
              <a:t>Core lessons: obey parents, respect elders, stay safe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&amp;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Parents: Shadrack &amp; Rose – strong Christian values</a:t>
            </a:r>
          </a:p>
          <a:p>
            <a:r>
              <a:t>Brother Jose – closest friend, twin in appearance</a:t>
            </a:r>
          </a:p>
          <a:p>
            <a:r>
              <a:t>Extended family gave collective identity and support</a:t>
            </a:r>
          </a:p>
          <a:p>
            <a:r>
              <a:t>“Family is not just blood—it’s love in action.”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St. Mary’s ➡ Mutwamwaki ➡ Small Angels Academy</a:t>
            </a:r>
          </a:p>
          <a:p>
            <a:r>
              <a:t>KCPE Score: 393 marks</a:t>
            </a:r>
          </a:p>
          <a:p>
            <a:r>
              <a:t>Began questioning systems and solving problems</a:t>
            </a:r>
          </a:p>
          <a:p>
            <a:r>
              <a:t>Teachers shaped discipline and motivation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Joined Machakos School – first boarding experience</a:t>
            </a:r>
          </a:p>
          <a:p>
            <a:r>
              <a:t>Loved math under Madam Amenya’s mentorship</a:t>
            </a:r>
          </a:p>
          <a:p>
            <a:r>
              <a:t>Cultural diversity, debates, leadership roles</a:t>
            </a:r>
          </a:p>
          <a:p>
            <a:r>
              <a:t>KCSE Grade: A–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Joined DKUT in Sept 2022 for BSc in Comp</a:t>
            </a:r>
            <a:r>
              <a:rPr lang="en-US" dirty="0"/>
              <a:t>uter</a:t>
            </a:r>
            <a:r>
              <a:rPr dirty="0"/>
              <a:t> Sci</a:t>
            </a:r>
            <a:r>
              <a:rPr lang="en-US" dirty="0"/>
              <a:t>ence</a:t>
            </a:r>
            <a:endParaRPr dirty="0"/>
          </a:p>
          <a:p>
            <a:r>
              <a:rPr dirty="0"/>
              <a:t>Grew through lectures, coding, ethical hacking</a:t>
            </a:r>
          </a:p>
          <a:p>
            <a:r>
              <a:rPr dirty="0"/>
              <a:t>Explored libraries: </a:t>
            </a:r>
            <a:r>
              <a:rPr dirty="0" err="1"/>
              <a:t>librosa</a:t>
            </a:r>
            <a:r>
              <a:rPr dirty="0"/>
              <a:t>, </a:t>
            </a:r>
            <a:r>
              <a:rPr dirty="0" err="1"/>
              <a:t>sklearn</a:t>
            </a:r>
            <a:r>
              <a:rPr dirty="0"/>
              <a:t>, </a:t>
            </a:r>
            <a:r>
              <a:rPr dirty="0" err="1"/>
              <a:t>mlxtend</a:t>
            </a:r>
            <a:endParaRPr dirty="0"/>
          </a:p>
          <a:p>
            <a:r>
              <a:rPr dirty="0"/>
              <a:t>Hackathons, study groups, and tech exhibitions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Nairobi City County Council ICT Department</a:t>
            </a:r>
          </a:p>
          <a:p>
            <a:r>
              <a:t>Hands-on hardware/software tasks</a:t>
            </a:r>
          </a:p>
          <a:p>
            <a:r>
              <a:t>Interacted with government officials</a:t>
            </a:r>
          </a:p>
          <a:p>
            <a:r>
              <a:t>Learned professionalism, documentation, teamwork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Adolescence &amp; Emotional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emotions, curiosity deepened</a:t>
            </a:r>
          </a:p>
          <a:p>
            <a:r>
              <a:t>Relationships: brief but insightful</a:t>
            </a:r>
          </a:p>
          <a:p>
            <a:r>
              <a:t>Learned boundaries, self-respect, and reflection</a:t>
            </a:r>
          </a:p>
          <a:p>
            <a:r>
              <a:t>Growth through uncertainty and identity-building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Awakening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Inspired by phones, touchscreens, AI</a:t>
            </a:r>
          </a:p>
          <a:p>
            <a:r>
              <a:t>Attended contests, symposiums in high school</a:t>
            </a:r>
          </a:p>
          <a:p>
            <a:r>
              <a:t>Realized tech could solve real-world problems</a:t>
            </a:r>
          </a:p>
          <a:p>
            <a:r>
              <a:t>Became passionate about building rather than just using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Began with Python</a:t>
            </a:r>
          </a:p>
          <a:p>
            <a:r>
              <a:t>Learned pandas, librosa, sklearn</a:t>
            </a:r>
          </a:p>
          <a:p>
            <a:r>
              <a:t>Applied coding to real projects and simulations</a:t>
            </a:r>
          </a:p>
          <a:p>
            <a:r>
              <a:t>“Code is logic, emotion, and creation combined.”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Passion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Simulating ransomware ethically</a:t>
            </a:r>
          </a:p>
          <a:p>
            <a:r>
              <a:t>Teaching threat awareness without harm</a:t>
            </a:r>
          </a:p>
          <a:p>
            <a:r>
              <a:t>Blended encryption, network behavior, anomaly detection</a:t>
            </a:r>
          </a:p>
          <a:p>
            <a:r>
              <a:t>Focus: educational impact for African learners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Faith &amp; Spirituality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Raised Christian — prayer, purpose, church</a:t>
            </a:r>
          </a:p>
          <a:p>
            <a:r>
              <a:t>Faith guides ethics, relationships, and resilience</a:t>
            </a:r>
          </a:p>
          <a:p>
            <a:r>
              <a:t>Believe gifts should serve others</a:t>
            </a:r>
          </a:p>
          <a:p>
            <a:r>
              <a:t>God as the source behind tech and talent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Beliefs &amp;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Failure = only when effort ends</a:t>
            </a:r>
          </a:p>
          <a:p>
            <a:r>
              <a:t>Ethics over exploitation</a:t>
            </a:r>
          </a:p>
          <a:p>
            <a:r>
              <a:t>Diversity fuels innovation</a:t>
            </a:r>
          </a:p>
          <a:p>
            <a:r>
              <a:t>Growth is nonlinear and worth pursuing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Hobbies &amp; Interests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Music, travel, photography</a:t>
            </a:r>
          </a:p>
          <a:p>
            <a:r>
              <a:t>Reading, writing, hackathons</a:t>
            </a:r>
          </a:p>
          <a:p>
            <a:r>
              <a:t>Hiking, sketching, content creation</a:t>
            </a:r>
          </a:p>
          <a:p>
            <a:r>
              <a:t>“Passion keeps the engine running.”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design, scripting, storytelling</a:t>
            </a:r>
          </a:p>
          <a:p>
            <a:r>
              <a:t>Cybersecurity demos with visual flair</a:t>
            </a:r>
          </a:p>
          <a:p>
            <a:r>
              <a:t>Minimalist layouts for clarity</a:t>
            </a:r>
          </a:p>
          <a:p>
            <a:r>
              <a:t>Creativity fuels resilience and engagement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Languages: Kiswahili, English, Kikamba, French, Spanish</a:t>
            </a:r>
          </a:p>
          <a:p>
            <a:r>
              <a:t>Rooted in Kikamba traditions and pan-African perspectives</a:t>
            </a:r>
          </a:p>
          <a:p>
            <a:r>
              <a:t>Culture as a toolkit for inclusivity</a:t>
            </a:r>
          </a:p>
          <a:p>
            <a:r>
              <a:t>Advocate for localized, multilingual tech systems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Deadline pressure, imposter syndrome</a:t>
            </a:r>
          </a:p>
          <a:p>
            <a:r>
              <a:t>Financial limitations, sleep burnout</a:t>
            </a:r>
          </a:p>
          <a:p>
            <a:r>
              <a:t>Learned budgeting, time management, mental reset</a:t>
            </a:r>
          </a:p>
          <a:p>
            <a:r>
              <a:t>“Challenges don’t derail—they refine.”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Triumphs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Internship success</a:t>
            </a:r>
          </a:p>
          <a:p>
            <a:r>
              <a:t>Leading peer presentations</a:t>
            </a:r>
          </a:p>
          <a:p>
            <a:r>
              <a:t>Building ransomware framework</a:t>
            </a:r>
          </a:p>
          <a:p>
            <a:r>
              <a:t>Deepening technical confidence and emotional maturity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Grateful for family, mentors, and experiences</a:t>
            </a:r>
          </a:p>
          <a:p>
            <a:r>
              <a:t>Authenticity, integrity, and purpose guide my work</a:t>
            </a:r>
          </a:p>
          <a:p>
            <a:r>
              <a:t>“Every line of code and every chapter lived brings me closer to the person I strive to be.”</a:t>
            </a:r>
          </a:p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595</Words>
  <Application>Microsoft Office PowerPoint</Application>
  <PresentationFormat>On-screen Show (4:3)</PresentationFormat>
  <Paragraphs>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AUTOBIOGRAPHY OF SAMUEL KAMAU KYALO</vt:lpstr>
      <vt:lpstr>Introduction</vt:lpstr>
      <vt:lpstr>Early Childhood</vt:lpstr>
      <vt:lpstr>Family &amp; Identity</vt:lpstr>
      <vt:lpstr>Primary School</vt:lpstr>
      <vt:lpstr>High School</vt:lpstr>
      <vt:lpstr>University Life</vt:lpstr>
      <vt:lpstr>Internship</vt:lpstr>
      <vt:lpstr>Adolescence &amp; Emotional Growth</vt:lpstr>
      <vt:lpstr>Tech Awakening</vt:lpstr>
      <vt:lpstr>Coding Journey</vt:lpstr>
      <vt:lpstr>Cybersecurity Passion</vt:lpstr>
      <vt:lpstr>Faith &amp; Spirituality</vt:lpstr>
      <vt:lpstr>Beliefs &amp; Philosophy</vt:lpstr>
      <vt:lpstr>Hobbies &amp; Interests</vt:lpstr>
      <vt:lpstr>Creative Exploration</vt:lpstr>
      <vt:lpstr>Cultural Awareness</vt:lpstr>
      <vt:lpstr>Challenges Faced</vt:lpstr>
      <vt:lpstr>Triumphs &amp; Growth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Kyalo</cp:lastModifiedBy>
  <cp:revision>2</cp:revision>
  <dcterms:created xsi:type="dcterms:W3CDTF">2013-01-27T09:14:16Z</dcterms:created>
  <dcterms:modified xsi:type="dcterms:W3CDTF">2025-07-22T12:30:58Z</dcterms:modified>
  <cp:category/>
</cp:coreProperties>
</file>