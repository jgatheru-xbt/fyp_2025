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99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Cryptography &amp; Cybersecurity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The Invisible Shield of the Digital Age</a:t>
            </a:r>
          </a:p>
          <a:p>
            <a:endParaRPr dirty="0"/>
          </a:p>
          <a:p>
            <a:r>
              <a:rPr dirty="0"/>
              <a:t>By: Samuel </a:t>
            </a:r>
            <a:r>
              <a:t>Kamau Kyalo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797"/>
    </mc:Choice>
    <mc:Fallback>
      <p:transition spd="slow" advTm="10797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What is cybersecurity?</a:t>
            </a:r>
          </a:p>
          <a:p>
            <a:r>
              <a:t>• Importance in the digital age</a:t>
            </a:r>
          </a:p>
          <a:p>
            <a:r>
              <a:t>• Brief mention of cryptography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Cryptography?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Origin of the term</a:t>
            </a:r>
          </a:p>
          <a:p>
            <a:r>
              <a:t>• Purpose: securing communication</a:t>
            </a:r>
          </a:p>
          <a:p>
            <a:r>
              <a:t>• Historical context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Cryptography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Symmetric: Same key for encryption/decryption (e.g., AES)</a:t>
            </a:r>
          </a:p>
          <a:p>
            <a:r>
              <a:t>• Asymmetric: Public/Private keys (e.g., RSA)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Encryption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Plaintext → Encryption → Ciphertext</a:t>
            </a:r>
          </a:p>
          <a:p>
            <a:r>
              <a:t>• Decryption reverses the process</a:t>
            </a:r>
          </a:p>
          <a:p>
            <a:r>
              <a:t>• Real-life analogy: Lock &amp; key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Hashing and Digital Signatures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One-way functions (e.g., SHA-256)</a:t>
            </a:r>
          </a:p>
          <a:p>
            <a:r>
              <a:t>• Data integrity</a:t>
            </a:r>
          </a:p>
          <a:p>
            <a:r>
              <a:t>• Digital signatures for authentication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Cryptography in Daily Life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WhatsApp, Signal, VPNs</a:t>
            </a:r>
          </a:p>
          <a:p>
            <a:r>
              <a:t>• HTTPS in browsers</a:t>
            </a:r>
          </a:p>
          <a:p>
            <a:r>
              <a:t>• Password storage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Threat Landscape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Malware, viruses, ransomware</a:t>
            </a:r>
          </a:p>
          <a:p>
            <a:r>
              <a:t>• Phishing &amp; social engineering</a:t>
            </a:r>
          </a:p>
          <a:p>
            <a:r>
              <a:t>• Zero-day exploits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Ransomware Explained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Encrypts user data</a:t>
            </a:r>
          </a:p>
          <a:p>
            <a:r>
              <a:t>• Demands ransom for decryption</a:t>
            </a:r>
          </a:p>
          <a:p>
            <a:r>
              <a:t>• Real-world cases (e.g., WannaCry)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Case Study: Colonial Pipeline Attack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2021 ransomware attack in the USA</a:t>
            </a:r>
          </a:p>
          <a:p>
            <a:r>
              <a:t>• Used compromised credentials</a:t>
            </a:r>
          </a:p>
          <a:p>
            <a:r>
              <a:t>• Caused fuel supply disruptions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Facebook Data Breach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Personal data of millions exposed</a:t>
            </a:r>
          </a:p>
          <a:p>
            <a:r>
              <a:t>• Highlights importance of encryption and secure systems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Cybersecurity Careers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Ethical hackers (white hat)</a:t>
            </a:r>
          </a:p>
          <a:p>
            <a:r>
              <a:t>• Security analysts</a:t>
            </a:r>
          </a:p>
          <a:p>
            <a:r>
              <a:t>• SOC analysts, Pen testers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Strong passwords</a:t>
            </a:r>
          </a:p>
          <a:p>
            <a:r>
              <a:t>• 2FA (Two-Factor Authentication)</a:t>
            </a:r>
          </a:p>
          <a:p>
            <a:r>
              <a:t>• Software updates, awareness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Cryptographic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AES, RSA, Diffie-Hellman</a:t>
            </a:r>
          </a:p>
          <a:p>
            <a:r>
              <a:t>• Tools: GPG, OpenSSL, BitLocker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Public Key Infrastructure (PKI)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Certificate Authorities (CA)</a:t>
            </a:r>
          </a:p>
          <a:p>
            <a:r>
              <a:t>• Digital certificates</a:t>
            </a:r>
          </a:p>
          <a:p>
            <a:r>
              <a:t>• Trust models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Cybersecurity in Africa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Growing need for awareness</a:t>
            </a:r>
          </a:p>
          <a:p>
            <a:r>
              <a:t>• Local talent development</a:t>
            </a:r>
          </a:p>
          <a:p>
            <a:r>
              <a:t>• Government and enterprise roles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Post-Quantum Cryptography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Quantum computers may break current encryption</a:t>
            </a:r>
          </a:p>
          <a:p>
            <a:r>
              <a:t>• Post-quantum algorithms under research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Ethics in Cybersecurity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Responsible disclosure</a:t>
            </a:r>
          </a:p>
          <a:p>
            <a:r>
              <a:t>• Privacy vs surveillance</a:t>
            </a:r>
          </a:p>
          <a:p>
            <a:r>
              <a:t>• Laws and compliance (e.g., GDPR)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Future of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AI in cybersecurity</a:t>
            </a:r>
          </a:p>
          <a:p>
            <a:r>
              <a:t>• Biometric authentication</a:t>
            </a:r>
          </a:p>
          <a:p>
            <a:r>
              <a:t>• Decentralized identity systems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Cryptography is essential for a secure digital future</a:t>
            </a:r>
          </a:p>
          <a:p>
            <a:r>
              <a:t>• Stay informed and ethical</a:t>
            </a:r>
          </a:p>
          <a:p>
            <a:r>
              <a:t>• 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374</Words>
  <Application>Microsoft Office PowerPoint</Application>
  <PresentationFormat>On-screen Show (4:3)</PresentationFormat>
  <Paragraphs>76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Cryptography &amp; Cybersecurity</vt:lpstr>
      <vt:lpstr>Introduction</vt:lpstr>
      <vt:lpstr>What is Cryptography?</vt:lpstr>
      <vt:lpstr>Types of Cryptography</vt:lpstr>
      <vt:lpstr>How Encryption Works</vt:lpstr>
      <vt:lpstr>Hashing and Digital Signatures</vt:lpstr>
      <vt:lpstr>Cryptography in Daily Life</vt:lpstr>
      <vt:lpstr>The Threat Landscape</vt:lpstr>
      <vt:lpstr>Ransomware Explained</vt:lpstr>
      <vt:lpstr>Case Study: Colonial Pipeline Attack</vt:lpstr>
      <vt:lpstr>Facebook Data Breach</vt:lpstr>
      <vt:lpstr>Cybersecurity Careers</vt:lpstr>
      <vt:lpstr>Security Best Practices</vt:lpstr>
      <vt:lpstr>Cryptographic Tools</vt:lpstr>
      <vt:lpstr>Public Key Infrastructure (PKI)</vt:lpstr>
      <vt:lpstr>Cybersecurity in Africa</vt:lpstr>
      <vt:lpstr>Post-Quantum Cryptography</vt:lpstr>
      <vt:lpstr>Ethics in Cybersecurity</vt:lpstr>
      <vt:lpstr>The Future of Security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Samuel Kyalo</cp:lastModifiedBy>
  <cp:revision>2</cp:revision>
  <dcterms:created xsi:type="dcterms:W3CDTF">2013-01-27T09:14:16Z</dcterms:created>
  <dcterms:modified xsi:type="dcterms:W3CDTF">2026-02-12T17:18:25Z</dcterms:modified>
  <cp:category/>
</cp:coreProperties>
</file>