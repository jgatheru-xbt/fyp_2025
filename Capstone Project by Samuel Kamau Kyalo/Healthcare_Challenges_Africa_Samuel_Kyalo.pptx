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1" d="100"/>
          <a:sy n="71" d="100"/>
        </p:scale>
        <p:origin x="1356" y="66"/>
      </p:cViewPr>
      <p:guideLst>
        <p:guide orient="horz" pos="2160"/>
        <p:guide pos="2880"/>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uel Kyalo" userId="a102ce6441ded19f" providerId="LiveId" clId="{32366226-8189-4D7A-B1B8-0FB81F4FF360}"/>
    <pc:docChg chg="undo custSel addSld modSld">
      <pc:chgData name="Samuel Kyalo" userId="a102ce6441ded19f" providerId="LiveId" clId="{32366226-8189-4D7A-B1B8-0FB81F4FF360}" dt="2026-02-16T18:29:21.588" v="445" actId="113"/>
      <pc:docMkLst>
        <pc:docMk/>
      </pc:docMkLst>
      <pc:sldChg chg="addSp delSp modSp mod modTransition delAnim modAnim">
        <pc:chgData name="Samuel Kyalo" userId="a102ce6441ded19f" providerId="LiveId" clId="{32366226-8189-4D7A-B1B8-0FB81F4FF360}" dt="2026-02-16T18:25:53.017" v="435"/>
        <pc:sldMkLst>
          <pc:docMk/>
          <pc:sldMk cId="0" sldId="256"/>
        </pc:sldMkLst>
        <pc:spChg chg="mod">
          <ac:chgData name="Samuel Kyalo" userId="a102ce6441ded19f" providerId="LiveId" clId="{32366226-8189-4D7A-B1B8-0FB81F4FF360}" dt="2026-02-12T16:28:12.100" v="4" actId="27636"/>
          <ac:spMkLst>
            <pc:docMk/>
            <pc:sldMk cId="0" sldId="256"/>
            <ac:spMk id="2" creationId="{00000000-0000-0000-0000-000000000000}"/>
          </ac:spMkLst>
        </pc:spChg>
        <pc:picChg chg="add del mod">
          <ac:chgData name="Samuel Kyalo" userId="a102ce6441ded19f" providerId="LiveId" clId="{32366226-8189-4D7A-B1B8-0FB81F4FF360}" dt="2026-02-12T16:58:54.637" v="30"/>
          <ac:picMkLst>
            <pc:docMk/>
            <pc:sldMk cId="0" sldId="256"/>
            <ac:picMk id="6" creationId="{6F820F21-6EFB-2927-4CEB-61B160BDD91F}"/>
          </ac:picMkLst>
        </pc:picChg>
        <pc:picChg chg="add del mod">
          <ac:chgData name="Samuel Kyalo" userId="a102ce6441ded19f" providerId="LiveId" clId="{32366226-8189-4D7A-B1B8-0FB81F4FF360}" dt="2026-02-16T18:25:53.017" v="435"/>
          <ac:picMkLst>
            <pc:docMk/>
            <pc:sldMk cId="0" sldId="256"/>
            <ac:picMk id="7" creationId="{CB4EAD1F-1CBC-4699-8B8F-6FFAD92E9053}"/>
          </ac:picMkLst>
        </pc:picChg>
        <pc:picChg chg="add del mod">
          <ac:chgData name="Samuel Kyalo" userId="a102ce6441ded19f" providerId="LiveId" clId="{32366226-8189-4D7A-B1B8-0FB81F4FF360}" dt="2026-02-12T16:25:40.907" v="2"/>
          <ac:picMkLst>
            <pc:docMk/>
            <pc:sldMk cId="0" sldId="256"/>
            <ac:picMk id="9" creationId="{1EE95F40-4AD6-6E2D-06CD-0F1CB7A9DBD3}"/>
          </ac:picMkLst>
        </pc:picChg>
        <pc:picChg chg="add del mod">
          <ac:chgData name="Samuel Kyalo" userId="a102ce6441ded19f" providerId="LiveId" clId="{32366226-8189-4D7A-B1B8-0FB81F4FF360}" dt="2026-02-12T16:28:11.797" v="3" actId="478"/>
          <ac:picMkLst>
            <pc:docMk/>
            <pc:sldMk cId="0" sldId="256"/>
            <ac:picMk id="10" creationId="{EB5C2139-D659-B616-4A7D-E42DEB66F8AE}"/>
          </ac:picMkLst>
        </pc:picChg>
      </pc:sldChg>
      <pc:sldChg chg="addSp delSp modSp mod modTransition delAnim modAnim">
        <pc:chgData name="Samuel Kyalo" userId="a102ce6441ded19f" providerId="LiveId" clId="{32366226-8189-4D7A-B1B8-0FB81F4FF360}" dt="2026-02-16T18:25:53.017" v="435"/>
        <pc:sldMkLst>
          <pc:docMk/>
          <pc:sldMk cId="0" sldId="257"/>
        </pc:sldMkLst>
        <pc:spChg chg="mod">
          <ac:chgData name="Samuel Kyalo" userId="a102ce6441ded19f" providerId="LiveId" clId="{32366226-8189-4D7A-B1B8-0FB81F4FF360}" dt="2026-02-12T16:29:26.691" v="25" actId="20577"/>
          <ac:spMkLst>
            <pc:docMk/>
            <pc:sldMk cId="0" sldId="257"/>
            <ac:spMk id="3" creationId="{00000000-0000-0000-0000-000000000000}"/>
          </ac:spMkLst>
        </pc:spChg>
        <pc:picChg chg="add del mod">
          <ac:chgData name="Samuel Kyalo" userId="a102ce6441ded19f" providerId="LiveId" clId="{32366226-8189-4D7A-B1B8-0FB81F4FF360}" dt="2026-02-12T16:58:54.637" v="30"/>
          <ac:picMkLst>
            <pc:docMk/>
            <pc:sldMk cId="0" sldId="257"/>
            <ac:picMk id="6" creationId="{D5AE0621-96D4-FE20-FEB6-456C26961F94}"/>
          </ac:picMkLst>
        </pc:picChg>
        <pc:picChg chg="add del mod">
          <ac:chgData name="Samuel Kyalo" userId="a102ce6441ded19f" providerId="LiveId" clId="{32366226-8189-4D7A-B1B8-0FB81F4FF360}" dt="2026-02-16T18:25:53.017" v="435"/>
          <ac:picMkLst>
            <pc:docMk/>
            <pc:sldMk cId="0" sldId="257"/>
            <ac:picMk id="7" creationId="{BCB29175-3E2D-B5D3-280F-A438C8DC7176}"/>
          </ac:picMkLst>
        </pc:picChg>
        <pc:picChg chg="add del mod">
          <ac:chgData name="Samuel Kyalo" userId="a102ce6441ded19f" providerId="LiveId" clId="{32366226-8189-4D7A-B1B8-0FB81F4FF360}" dt="2026-02-12T16:28:15.613" v="9" actId="478"/>
          <ac:picMkLst>
            <pc:docMk/>
            <pc:sldMk cId="0" sldId="257"/>
            <ac:picMk id="15" creationId="{F407BA10-F345-6FEC-4892-D660A4BE9F2E}"/>
          </ac:picMkLst>
        </pc:picChg>
      </pc:sldChg>
      <pc:sldChg chg="addSp delSp modSp mod modTransition delAnim modAnim">
        <pc:chgData name="Samuel Kyalo" userId="a102ce6441ded19f" providerId="LiveId" clId="{32366226-8189-4D7A-B1B8-0FB81F4FF360}" dt="2026-02-16T18:25:53.017" v="435"/>
        <pc:sldMkLst>
          <pc:docMk/>
          <pc:sldMk cId="0" sldId="258"/>
        </pc:sldMkLst>
        <pc:picChg chg="add del mod">
          <ac:chgData name="Samuel Kyalo" userId="a102ce6441ded19f" providerId="LiveId" clId="{32366226-8189-4D7A-B1B8-0FB81F4FF360}" dt="2026-02-12T16:58:54.637" v="30"/>
          <ac:picMkLst>
            <pc:docMk/>
            <pc:sldMk cId="0" sldId="258"/>
            <ac:picMk id="4" creationId="{C1FCE5C8-A314-5E4D-95C8-39BA00D55A37}"/>
          </ac:picMkLst>
        </pc:picChg>
        <pc:picChg chg="add del mod">
          <ac:chgData name="Samuel Kyalo" userId="a102ce6441ded19f" providerId="LiveId" clId="{32366226-8189-4D7A-B1B8-0FB81F4FF360}" dt="2026-02-16T18:25:53.017" v="435"/>
          <ac:picMkLst>
            <pc:docMk/>
            <pc:sldMk cId="0" sldId="258"/>
            <ac:picMk id="5" creationId="{90AF7D27-7BD4-0676-D9C1-9FE10FAF59AF}"/>
          </ac:picMkLst>
        </pc:picChg>
        <pc:picChg chg="add del mod">
          <ac:chgData name="Samuel Kyalo" userId="a102ce6441ded19f" providerId="LiveId" clId="{32366226-8189-4D7A-B1B8-0FB81F4FF360}" dt="2026-02-12T16:28:18.682" v="10" actId="478"/>
          <ac:picMkLst>
            <pc:docMk/>
            <pc:sldMk cId="0" sldId="258"/>
            <ac:picMk id="7" creationId="{D38F9253-A96A-3EC4-49B1-BFC0F3811439}"/>
          </ac:picMkLst>
        </pc:picChg>
      </pc:sldChg>
      <pc:sldChg chg="addSp delSp modSp modTransition modAnim">
        <pc:chgData name="Samuel Kyalo" userId="a102ce6441ded19f" providerId="LiveId" clId="{32366226-8189-4D7A-B1B8-0FB81F4FF360}" dt="2026-02-16T18:25:53.017" v="435"/>
        <pc:sldMkLst>
          <pc:docMk/>
          <pc:sldMk cId="0" sldId="259"/>
        </pc:sldMkLst>
        <pc:picChg chg="add del mod">
          <ac:chgData name="Samuel Kyalo" userId="a102ce6441ded19f" providerId="LiveId" clId="{32366226-8189-4D7A-B1B8-0FB81F4FF360}" dt="2026-02-16T18:25:53.017" v="435"/>
          <ac:picMkLst>
            <pc:docMk/>
            <pc:sldMk cId="0" sldId="259"/>
            <ac:picMk id="6" creationId="{921357DA-4DF4-FD03-F3FF-A11038FBF635}"/>
          </ac:picMkLst>
        </pc:picChg>
      </pc:sldChg>
      <pc:sldChg chg="addSp delSp modSp modTransition modAnim">
        <pc:chgData name="Samuel Kyalo" userId="a102ce6441ded19f" providerId="LiveId" clId="{32366226-8189-4D7A-B1B8-0FB81F4FF360}" dt="2026-02-16T18:25:53.017" v="435"/>
        <pc:sldMkLst>
          <pc:docMk/>
          <pc:sldMk cId="0" sldId="260"/>
        </pc:sldMkLst>
        <pc:picChg chg="add del mod">
          <ac:chgData name="Samuel Kyalo" userId="a102ce6441ded19f" providerId="LiveId" clId="{32366226-8189-4D7A-B1B8-0FB81F4FF360}" dt="2026-02-16T18:25:53.017" v="435"/>
          <ac:picMkLst>
            <pc:docMk/>
            <pc:sldMk cId="0" sldId="260"/>
            <ac:picMk id="6" creationId="{F027BF3D-F106-1398-016B-11358740964E}"/>
          </ac:picMkLst>
        </pc:picChg>
      </pc:sldChg>
      <pc:sldChg chg="addSp delSp modSp modTransition modAnim">
        <pc:chgData name="Samuel Kyalo" userId="a102ce6441ded19f" providerId="LiveId" clId="{32366226-8189-4D7A-B1B8-0FB81F4FF360}" dt="2026-02-16T18:25:53.017" v="435"/>
        <pc:sldMkLst>
          <pc:docMk/>
          <pc:sldMk cId="0" sldId="261"/>
        </pc:sldMkLst>
        <pc:picChg chg="add del mod">
          <ac:chgData name="Samuel Kyalo" userId="a102ce6441ded19f" providerId="LiveId" clId="{32366226-8189-4D7A-B1B8-0FB81F4FF360}" dt="2026-02-16T18:25:53.017" v="435"/>
          <ac:picMkLst>
            <pc:docMk/>
            <pc:sldMk cId="0" sldId="261"/>
            <ac:picMk id="6" creationId="{D705EF7A-0497-6118-F7EA-F9AC041E8243}"/>
          </ac:picMkLst>
        </pc:picChg>
      </pc:sldChg>
      <pc:sldChg chg="addSp delSp modSp modTransition modAnim">
        <pc:chgData name="Samuel Kyalo" userId="a102ce6441ded19f" providerId="LiveId" clId="{32366226-8189-4D7A-B1B8-0FB81F4FF360}" dt="2026-02-16T18:25:53.017" v="435"/>
        <pc:sldMkLst>
          <pc:docMk/>
          <pc:sldMk cId="0" sldId="262"/>
        </pc:sldMkLst>
        <pc:picChg chg="add del mod">
          <ac:chgData name="Samuel Kyalo" userId="a102ce6441ded19f" providerId="LiveId" clId="{32366226-8189-4D7A-B1B8-0FB81F4FF360}" dt="2026-02-16T18:25:53.017" v="435"/>
          <ac:picMkLst>
            <pc:docMk/>
            <pc:sldMk cId="0" sldId="262"/>
            <ac:picMk id="6" creationId="{42F7FAC4-AA23-8449-4B13-307028EB17BF}"/>
          </ac:picMkLst>
        </pc:picChg>
      </pc:sldChg>
      <pc:sldChg chg="addSp delSp modSp modTransition modAnim">
        <pc:chgData name="Samuel Kyalo" userId="a102ce6441ded19f" providerId="LiveId" clId="{32366226-8189-4D7A-B1B8-0FB81F4FF360}" dt="2026-02-16T18:25:53.017" v="435"/>
        <pc:sldMkLst>
          <pc:docMk/>
          <pc:sldMk cId="0" sldId="263"/>
        </pc:sldMkLst>
        <pc:picChg chg="add del mod">
          <ac:chgData name="Samuel Kyalo" userId="a102ce6441ded19f" providerId="LiveId" clId="{32366226-8189-4D7A-B1B8-0FB81F4FF360}" dt="2026-02-16T18:25:53.017" v="435"/>
          <ac:picMkLst>
            <pc:docMk/>
            <pc:sldMk cId="0" sldId="263"/>
            <ac:picMk id="6" creationId="{8D038BE0-FAF1-ABEA-8615-86722D0E45DD}"/>
          </ac:picMkLst>
        </pc:picChg>
      </pc:sldChg>
      <pc:sldChg chg="addSp delSp modSp modTransition modAnim">
        <pc:chgData name="Samuel Kyalo" userId="a102ce6441ded19f" providerId="LiveId" clId="{32366226-8189-4D7A-B1B8-0FB81F4FF360}" dt="2026-02-16T18:25:53.017" v="435"/>
        <pc:sldMkLst>
          <pc:docMk/>
          <pc:sldMk cId="0" sldId="264"/>
        </pc:sldMkLst>
        <pc:picChg chg="add del mod">
          <ac:chgData name="Samuel Kyalo" userId="a102ce6441ded19f" providerId="LiveId" clId="{32366226-8189-4D7A-B1B8-0FB81F4FF360}" dt="2026-02-16T18:25:53.017" v="435"/>
          <ac:picMkLst>
            <pc:docMk/>
            <pc:sldMk cId="0" sldId="264"/>
            <ac:picMk id="6" creationId="{D0A25CDC-AD31-ADE7-09CD-1FFFD10A782C}"/>
          </ac:picMkLst>
        </pc:picChg>
      </pc:sldChg>
      <pc:sldChg chg="addSp delSp modSp mod modTransition modAnim">
        <pc:chgData name="Samuel Kyalo" userId="a102ce6441ded19f" providerId="LiveId" clId="{32366226-8189-4D7A-B1B8-0FB81F4FF360}" dt="2026-02-16T18:25:53.017" v="435"/>
        <pc:sldMkLst>
          <pc:docMk/>
          <pc:sldMk cId="0" sldId="265"/>
        </pc:sldMkLst>
        <pc:spChg chg="mod">
          <ac:chgData name="Samuel Kyalo" userId="a102ce6441ded19f" providerId="LiveId" clId="{32366226-8189-4D7A-B1B8-0FB81F4FF360}" dt="2026-02-12T16:28:12.165" v="5" actId="27636"/>
          <ac:spMkLst>
            <pc:docMk/>
            <pc:sldMk cId="0" sldId="265"/>
            <ac:spMk id="2" creationId="{00000000-0000-0000-0000-000000000000}"/>
          </ac:spMkLst>
        </pc:spChg>
        <pc:picChg chg="add del mod">
          <ac:chgData name="Samuel Kyalo" userId="a102ce6441ded19f" providerId="LiveId" clId="{32366226-8189-4D7A-B1B8-0FB81F4FF360}" dt="2026-02-16T18:25:53.017" v="435"/>
          <ac:picMkLst>
            <pc:docMk/>
            <pc:sldMk cId="0" sldId="265"/>
            <ac:picMk id="6" creationId="{27FC06A3-D49C-9146-47BB-FE9421381CAB}"/>
          </ac:picMkLst>
        </pc:picChg>
      </pc:sldChg>
      <pc:sldChg chg="addSp delSp modSp modTransition modAnim">
        <pc:chgData name="Samuel Kyalo" userId="a102ce6441ded19f" providerId="LiveId" clId="{32366226-8189-4D7A-B1B8-0FB81F4FF360}" dt="2026-02-16T18:25:53.017" v="435"/>
        <pc:sldMkLst>
          <pc:docMk/>
          <pc:sldMk cId="0" sldId="266"/>
        </pc:sldMkLst>
        <pc:picChg chg="add del mod">
          <ac:chgData name="Samuel Kyalo" userId="a102ce6441ded19f" providerId="LiveId" clId="{32366226-8189-4D7A-B1B8-0FB81F4FF360}" dt="2026-02-16T18:25:53.017" v="435"/>
          <ac:picMkLst>
            <pc:docMk/>
            <pc:sldMk cId="0" sldId="266"/>
            <ac:picMk id="6" creationId="{05D36BB6-9056-83EA-2225-0D8CFC777A33}"/>
          </ac:picMkLst>
        </pc:picChg>
      </pc:sldChg>
      <pc:sldChg chg="addSp delSp modSp modTransition modAnim">
        <pc:chgData name="Samuel Kyalo" userId="a102ce6441ded19f" providerId="LiveId" clId="{32366226-8189-4D7A-B1B8-0FB81F4FF360}" dt="2026-02-16T18:25:53.017" v="435"/>
        <pc:sldMkLst>
          <pc:docMk/>
          <pc:sldMk cId="0" sldId="267"/>
        </pc:sldMkLst>
        <pc:picChg chg="add del mod">
          <ac:chgData name="Samuel Kyalo" userId="a102ce6441ded19f" providerId="LiveId" clId="{32366226-8189-4D7A-B1B8-0FB81F4FF360}" dt="2026-02-16T18:25:53.017" v="435"/>
          <ac:picMkLst>
            <pc:docMk/>
            <pc:sldMk cId="0" sldId="267"/>
            <ac:picMk id="6" creationId="{9A2A3E37-264B-5BB8-0F01-9DA00BB1BABF}"/>
          </ac:picMkLst>
        </pc:picChg>
      </pc:sldChg>
      <pc:sldChg chg="addSp delSp modSp modTransition modAnim">
        <pc:chgData name="Samuel Kyalo" userId="a102ce6441ded19f" providerId="LiveId" clId="{32366226-8189-4D7A-B1B8-0FB81F4FF360}" dt="2026-02-16T18:25:53.017" v="435"/>
        <pc:sldMkLst>
          <pc:docMk/>
          <pc:sldMk cId="0" sldId="268"/>
        </pc:sldMkLst>
        <pc:picChg chg="add del mod">
          <ac:chgData name="Samuel Kyalo" userId="a102ce6441ded19f" providerId="LiveId" clId="{32366226-8189-4D7A-B1B8-0FB81F4FF360}" dt="2026-02-16T18:25:53.017" v="435"/>
          <ac:picMkLst>
            <pc:docMk/>
            <pc:sldMk cId="0" sldId="268"/>
            <ac:picMk id="6" creationId="{453195A1-DBDA-B5A4-A25E-6ACB703AEA04}"/>
          </ac:picMkLst>
        </pc:picChg>
      </pc:sldChg>
      <pc:sldChg chg="addSp delSp modSp modTransition modAnim">
        <pc:chgData name="Samuel Kyalo" userId="a102ce6441ded19f" providerId="LiveId" clId="{32366226-8189-4D7A-B1B8-0FB81F4FF360}" dt="2026-02-16T18:25:53.017" v="435"/>
        <pc:sldMkLst>
          <pc:docMk/>
          <pc:sldMk cId="0" sldId="269"/>
        </pc:sldMkLst>
        <pc:picChg chg="add del mod">
          <ac:chgData name="Samuel Kyalo" userId="a102ce6441ded19f" providerId="LiveId" clId="{32366226-8189-4D7A-B1B8-0FB81F4FF360}" dt="2026-02-16T18:25:53.017" v="435"/>
          <ac:picMkLst>
            <pc:docMk/>
            <pc:sldMk cId="0" sldId="269"/>
            <ac:picMk id="6" creationId="{D1C43054-E86B-4924-E73F-967976FEAA4C}"/>
          </ac:picMkLst>
        </pc:picChg>
      </pc:sldChg>
      <pc:sldChg chg="addSp delSp modSp mod modTransition modAnim">
        <pc:chgData name="Samuel Kyalo" userId="a102ce6441ded19f" providerId="LiveId" clId="{32366226-8189-4D7A-B1B8-0FB81F4FF360}" dt="2026-02-16T18:25:53.017" v="435"/>
        <pc:sldMkLst>
          <pc:docMk/>
          <pc:sldMk cId="0" sldId="270"/>
        </pc:sldMkLst>
        <pc:spChg chg="mod">
          <ac:chgData name="Samuel Kyalo" userId="a102ce6441ded19f" providerId="LiveId" clId="{32366226-8189-4D7A-B1B8-0FB81F4FF360}" dt="2026-02-12T16:28:12.178" v="6" actId="27636"/>
          <ac:spMkLst>
            <pc:docMk/>
            <pc:sldMk cId="0" sldId="270"/>
            <ac:spMk id="2" creationId="{00000000-0000-0000-0000-000000000000}"/>
          </ac:spMkLst>
        </pc:spChg>
        <pc:picChg chg="add del mod">
          <ac:chgData name="Samuel Kyalo" userId="a102ce6441ded19f" providerId="LiveId" clId="{32366226-8189-4D7A-B1B8-0FB81F4FF360}" dt="2026-02-16T18:25:53.017" v="435"/>
          <ac:picMkLst>
            <pc:docMk/>
            <pc:sldMk cId="0" sldId="270"/>
            <ac:picMk id="6" creationId="{99467368-2848-54B6-F2BD-4EE62BE5847B}"/>
          </ac:picMkLst>
        </pc:picChg>
      </pc:sldChg>
      <pc:sldChg chg="addSp delSp modSp mod modTransition modAnim">
        <pc:chgData name="Samuel Kyalo" userId="a102ce6441ded19f" providerId="LiveId" clId="{32366226-8189-4D7A-B1B8-0FB81F4FF360}" dt="2026-02-16T18:25:53.017" v="435"/>
        <pc:sldMkLst>
          <pc:docMk/>
          <pc:sldMk cId="0" sldId="271"/>
        </pc:sldMkLst>
        <pc:spChg chg="mod">
          <ac:chgData name="Samuel Kyalo" userId="a102ce6441ded19f" providerId="LiveId" clId="{32366226-8189-4D7A-B1B8-0FB81F4FF360}" dt="2026-02-12T16:28:12.184" v="7" actId="27636"/>
          <ac:spMkLst>
            <pc:docMk/>
            <pc:sldMk cId="0" sldId="271"/>
            <ac:spMk id="2" creationId="{00000000-0000-0000-0000-000000000000}"/>
          </ac:spMkLst>
        </pc:spChg>
        <pc:picChg chg="add del mod">
          <ac:chgData name="Samuel Kyalo" userId="a102ce6441ded19f" providerId="LiveId" clId="{32366226-8189-4D7A-B1B8-0FB81F4FF360}" dt="2026-02-16T18:25:53.017" v="435"/>
          <ac:picMkLst>
            <pc:docMk/>
            <pc:sldMk cId="0" sldId="271"/>
            <ac:picMk id="6" creationId="{F2E9F8E6-5EC2-DC63-12D0-46A6A61245CF}"/>
          </ac:picMkLst>
        </pc:picChg>
      </pc:sldChg>
      <pc:sldChg chg="addSp delSp modSp modTransition modAnim">
        <pc:chgData name="Samuel Kyalo" userId="a102ce6441ded19f" providerId="LiveId" clId="{32366226-8189-4D7A-B1B8-0FB81F4FF360}" dt="2026-02-16T18:25:53.017" v="435"/>
        <pc:sldMkLst>
          <pc:docMk/>
          <pc:sldMk cId="0" sldId="272"/>
        </pc:sldMkLst>
        <pc:picChg chg="add del mod">
          <ac:chgData name="Samuel Kyalo" userId="a102ce6441ded19f" providerId="LiveId" clId="{32366226-8189-4D7A-B1B8-0FB81F4FF360}" dt="2026-02-16T18:25:53.017" v="435"/>
          <ac:picMkLst>
            <pc:docMk/>
            <pc:sldMk cId="0" sldId="272"/>
            <ac:picMk id="6" creationId="{0FF30A5B-D0B4-ACB6-F4C9-154377A9861B}"/>
          </ac:picMkLst>
        </pc:picChg>
      </pc:sldChg>
      <pc:sldChg chg="addSp delSp modSp modTransition modAnim">
        <pc:chgData name="Samuel Kyalo" userId="a102ce6441ded19f" providerId="LiveId" clId="{32366226-8189-4D7A-B1B8-0FB81F4FF360}" dt="2026-02-16T18:25:53.017" v="435"/>
        <pc:sldMkLst>
          <pc:docMk/>
          <pc:sldMk cId="0" sldId="273"/>
        </pc:sldMkLst>
        <pc:picChg chg="add del mod">
          <ac:chgData name="Samuel Kyalo" userId="a102ce6441ded19f" providerId="LiveId" clId="{32366226-8189-4D7A-B1B8-0FB81F4FF360}" dt="2026-02-16T18:25:53.017" v="435"/>
          <ac:picMkLst>
            <pc:docMk/>
            <pc:sldMk cId="0" sldId="273"/>
            <ac:picMk id="6" creationId="{9A13168C-2412-A8BD-BCBE-45D81C0AC551}"/>
          </ac:picMkLst>
        </pc:picChg>
      </pc:sldChg>
      <pc:sldChg chg="addSp delSp modSp mod modTransition modAnim">
        <pc:chgData name="Samuel Kyalo" userId="a102ce6441ded19f" providerId="LiveId" clId="{32366226-8189-4D7A-B1B8-0FB81F4FF360}" dt="2026-02-16T18:25:53.017" v="435"/>
        <pc:sldMkLst>
          <pc:docMk/>
          <pc:sldMk cId="0" sldId="274"/>
        </pc:sldMkLst>
        <pc:spChg chg="mod">
          <ac:chgData name="Samuel Kyalo" userId="a102ce6441ded19f" providerId="LiveId" clId="{32366226-8189-4D7A-B1B8-0FB81F4FF360}" dt="2026-02-12T16:28:12.190" v="8" actId="27636"/>
          <ac:spMkLst>
            <pc:docMk/>
            <pc:sldMk cId="0" sldId="274"/>
            <ac:spMk id="2" creationId="{00000000-0000-0000-0000-000000000000}"/>
          </ac:spMkLst>
        </pc:spChg>
        <pc:picChg chg="add del mod">
          <ac:chgData name="Samuel Kyalo" userId="a102ce6441ded19f" providerId="LiveId" clId="{32366226-8189-4D7A-B1B8-0FB81F4FF360}" dt="2026-02-16T18:25:53.017" v="435"/>
          <ac:picMkLst>
            <pc:docMk/>
            <pc:sldMk cId="0" sldId="274"/>
            <ac:picMk id="6" creationId="{9B39E49C-F589-23D0-1DD2-8CF9FC5A23CB}"/>
          </ac:picMkLst>
        </pc:picChg>
      </pc:sldChg>
      <pc:sldChg chg="addSp delSp modSp modTransition modAnim">
        <pc:chgData name="Samuel Kyalo" userId="a102ce6441ded19f" providerId="LiveId" clId="{32366226-8189-4D7A-B1B8-0FB81F4FF360}" dt="2026-02-16T18:25:53.017" v="435"/>
        <pc:sldMkLst>
          <pc:docMk/>
          <pc:sldMk cId="0" sldId="275"/>
        </pc:sldMkLst>
        <pc:picChg chg="add del mod">
          <ac:chgData name="Samuel Kyalo" userId="a102ce6441ded19f" providerId="LiveId" clId="{32366226-8189-4D7A-B1B8-0FB81F4FF360}" dt="2026-02-16T18:25:53.017" v="435"/>
          <ac:picMkLst>
            <pc:docMk/>
            <pc:sldMk cId="0" sldId="275"/>
            <ac:picMk id="6" creationId="{8A53F093-36D0-9CBA-7213-06FAC6772171}"/>
          </ac:picMkLst>
        </pc:picChg>
      </pc:sldChg>
      <pc:sldChg chg="addSp delSp modSp new mod modTransition modAnim">
        <pc:chgData name="Samuel Kyalo" userId="a102ce6441ded19f" providerId="LiveId" clId="{32366226-8189-4D7A-B1B8-0FB81F4FF360}" dt="2026-02-16T18:29:21.588" v="445" actId="113"/>
        <pc:sldMkLst>
          <pc:docMk/>
          <pc:sldMk cId="1043336373" sldId="276"/>
        </pc:sldMkLst>
        <pc:spChg chg="mod">
          <ac:chgData name="Samuel Kyalo" userId="a102ce6441ded19f" providerId="LiveId" clId="{32366226-8189-4D7A-B1B8-0FB81F4FF360}" dt="2026-02-16T14:28:39.813" v="48" actId="1076"/>
          <ac:spMkLst>
            <pc:docMk/>
            <pc:sldMk cId="1043336373" sldId="276"/>
            <ac:spMk id="2" creationId="{70AEB68C-D872-D42C-48DC-054BD0DE5FB2}"/>
          </ac:spMkLst>
        </pc:spChg>
        <pc:spChg chg="del mod">
          <ac:chgData name="Samuel Kyalo" userId="a102ce6441ded19f" providerId="LiveId" clId="{32366226-8189-4D7A-B1B8-0FB81F4FF360}" dt="2026-02-16T18:28:19.841" v="438" actId="478"/>
          <ac:spMkLst>
            <pc:docMk/>
            <pc:sldMk cId="1043336373" sldId="276"/>
            <ac:spMk id="3" creationId="{EED7E570-1128-0973-20FF-1924D99F671F}"/>
          </ac:spMkLst>
        </pc:spChg>
        <pc:spChg chg="add mod">
          <ac:chgData name="Samuel Kyalo" userId="a102ce6441ded19f" providerId="LiveId" clId="{32366226-8189-4D7A-B1B8-0FB81F4FF360}" dt="2026-02-16T18:29:21.588" v="445" actId="113"/>
          <ac:spMkLst>
            <pc:docMk/>
            <pc:sldMk cId="1043336373" sldId="276"/>
            <ac:spMk id="4" creationId="{FD0F8324-1FFE-3AEA-CBEF-839E82D9DBBE}"/>
          </ac:spMkLst>
        </pc:spChg>
        <pc:spChg chg="add mod">
          <ac:chgData name="Samuel Kyalo" userId="a102ce6441ded19f" providerId="LiveId" clId="{32366226-8189-4D7A-B1B8-0FB81F4FF360}" dt="2026-02-16T14:47:51.269" v="433" actId="403"/>
          <ac:spMkLst>
            <pc:docMk/>
            <pc:sldMk cId="1043336373" sldId="276"/>
            <ac:spMk id="5" creationId="{3671ADBD-1235-E932-D54C-44283D761FA2}"/>
          </ac:spMkLst>
        </pc:spChg>
        <pc:spChg chg="add mod">
          <ac:chgData name="Samuel Kyalo" userId="a102ce6441ded19f" providerId="LiveId" clId="{32366226-8189-4D7A-B1B8-0FB81F4FF360}" dt="2026-02-16T18:29:04.907" v="444" actId="1076"/>
          <ac:spMkLst>
            <pc:docMk/>
            <pc:sldMk cId="1043336373" sldId="276"/>
            <ac:spMk id="6" creationId="{BC012FB3-A26F-66DE-9440-D8AD6A6A0073}"/>
          </ac:spMkLst>
        </pc:spChg>
        <pc:picChg chg="add del mod">
          <ac:chgData name="Samuel Kyalo" userId="a102ce6441ded19f" providerId="LiveId" clId="{32366226-8189-4D7A-B1B8-0FB81F4FF360}" dt="2026-02-16T18:25:53.017" v="435"/>
          <ac:picMkLst>
            <pc:docMk/>
            <pc:sldMk cId="1043336373" sldId="276"/>
            <ac:picMk id="8" creationId="{82CF95F9-3EC3-6CE8-FE33-F22665E6CF4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Healthcare Challenges in Modern African Society</a:t>
            </a:r>
          </a:p>
        </p:txBody>
      </p:sp>
      <p:sp>
        <p:nvSpPr>
          <p:cNvPr id="3" name="Content Placeholder 2"/>
          <p:cNvSpPr>
            <a:spLocks noGrp="1"/>
          </p:cNvSpPr>
          <p:nvPr>
            <p:ph idx="1"/>
          </p:nvPr>
        </p:nvSpPr>
        <p:spPr/>
        <p:txBody>
          <a:bodyPr/>
          <a:lstStyle/>
          <a:p>
            <a:r>
              <a:t>By: Samuel Kamau Kyalo</a:t>
            </a:r>
          </a:p>
          <a:p>
            <a:r>
              <a:t>Dedan Kimathi University of 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EB68C-D872-D42C-48DC-054BD0DE5FB2}"/>
              </a:ext>
            </a:extLst>
          </p:cNvPr>
          <p:cNvSpPr>
            <a:spLocks noGrp="1"/>
          </p:cNvSpPr>
          <p:nvPr>
            <p:ph type="ctrTitle"/>
          </p:nvPr>
        </p:nvSpPr>
        <p:spPr>
          <a:xfrm>
            <a:off x="514350" y="-407035"/>
            <a:ext cx="7772400" cy="1470025"/>
          </a:xfrm>
        </p:spPr>
        <p:txBody>
          <a:bodyPr/>
          <a:lstStyle/>
          <a:p>
            <a:r>
              <a:rPr lang="en-US" dirty="0"/>
              <a:t>Abstract</a:t>
            </a:r>
            <a:endParaRPr lang="en-KE" dirty="0"/>
          </a:p>
        </p:txBody>
      </p:sp>
      <p:sp>
        <p:nvSpPr>
          <p:cNvPr id="4" name="TextBox 3">
            <a:extLst>
              <a:ext uri="{FF2B5EF4-FFF2-40B4-BE49-F238E27FC236}">
                <a16:creationId xmlns:a16="http://schemas.microsoft.com/office/drawing/2014/main" id="{FD0F8324-1FFE-3AEA-CBEF-839E82D9DBBE}"/>
              </a:ext>
            </a:extLst>
          </p:cNvPr>
          <p:cNvSpPr txBox="1"/>
          <p:nvPr/>
        </p:nvSpPr>
        <p:spPr>
          <a:xfrm>
            <a:off x="1371600" y="2346960"/>
            <a:ext cx="6400800" cy="1815882"/>
          </a:xfrm>
          <a:prstGeom prst="rect">
            <a:avLst/>
          </a:prstGeom>
          <a:noFill/>
        </p:spPr>
        <p:txBody>
          <a:bodyPr wrap="square" rtlCol="0">
            <a:spAutoFit/>
          </a:bodyPr>
          <a:lstStyle/>
          <a:p>
            <a:r>
              <a:rPr lang="en-US" sz="1400" b="1" u="sng" dirty="0"/>
              <a:t>Kiswahili</a:t>
            </a:r>
          </a:p>
          <a:p>
            <a:r>
              <a:rPr lang="en-GB" sz="1400" dirty="0" err="1"/>
              <a:t>Uwasilishaji</a:t>
            </a:r>
            <a:r>
              <a:rPr lang="en-GB" sz="1400" dirty="0"/>
              <a:t> </a:t>
            </a:r>
            <a:r>
              <a:rPr lang="en-GB" sz="1400" dirty="0" err="1"/>
              <a:t>wangu</a:t>
            </a:r>
            <a:r>
              <a:rPr lang="en-GB" sz="1400" dirty="0"/>
              <a:t> </a:t>
            </a:r>
            <a:r>
              <a:rPr lang="en-GB" sz="1400" dirty="0" err="1"/>
              <a:t>unachambua</a:t>
            </a:r>
            <a:r>
              <a:rPr lang="en-GB" sz="1400" dirty="0"/>
              <a:t> </a:t>
            </a:r>
            <a:r>
              <a:rPr lang="en-GB" sz="1400" dirty="0" err="1"/>
              <a:t>changamoto</a:t>
            </a:r>
            <a:r>
              <a:rPr lang="en-GB" sz="1400" dirty="0"/>
              <a:t> </a:t>
            </a:r>
            <a:r>
              <a:rPr lang="en-GB" sz="1400" dirty="0" err="1"/>
              <a:t>kuu</a:t>
            </a:r>
            <a:r>
              <a:rPr lang="en-GB" sz="1400" dirty="0"/>
              <a:t> </a:t>
            </a:r>
            <a:r>
              <a:rPr lang="en-GB" sz="1400" dirty="0" err="1"/>
              <a:t>katika</a:t>
            </a:r>
            <a:r>
              <a:rPr lang="en-GB" sz="1400" dirty="0"/>
              <a:t> </a:t>
            </a:r>
            <a:r>
              <a:rPr lang="en-GB" sz="1400" dirty="0" err="1"/>
              <a:t>sekta</a:t>
            </a:r>
            <a:r>
              <a:rPr lang="en-GB" sz="1400" dirty="0"/>
              <a:t> </a:t>
            </a:r>
            <a:r>
              <a:rPr lang="en-GB" sz="1400" dirty="0" err="1"/>
              <a:t>ya</a:t>
            </a:r>
            <a:r>
              <a:rPr lang="en-GB" sz="1400" dirty="0"/>
              <a:t> </a:t>
            </a:r>
            <a:r>
              <a:rPr lang="en-GB" sz="1400" dirty="0" err="1"/>
              <a:t>afya</a:t>
            </a:r>
            <a:r>
              <a:rPr lang="en-GB" sz="1400" dirty="0"/>
              <a:t>, </a:t>
            </a:r>
            <a:r>
              <a:rPr lang="en-GB" sz="1400" dirty="0" err="1"/>
              <a:t>ikiwa</a:t>
            </a:r>
            <a:r>
              <a:rPr lang="en-GB" sz="1400" dirty="0"/>
              <a:t> </a:t>
            </a:r>
            <a:r>
              <a:rPr lang="en-GB" sz="1400" dirty="0" err="1"/>
              <a:t>ni</a:t>
            </a:r>
            <a:r>
              <a:rPr lang="en-GB" sz="1400" dirty="0"/>
              <a:t> </a:t>
            </a:r>
            <a:r>
              <a:rPr lang="en-GB" sz="1400" dirty="0" err="1"/>
              <a:t>pamoja</a:t>
            </a:r>
            <a:r>
              <a:rPr lang="en-GB" sz="1400" dirty="0"/>
              <a:t> </a:t>
            </a:r>
            <a:r>
              <a:rPr lang="en-GB" sz="1400" dirty="0" err="1"/>
              <a:t>na</a:t>
            </a:r>
            <a:r>
              <a:rPr lang="en-GB" sz="1400" dirty="0"/>
              <a:t> </a:t>
            </a:r>
            <a:r>
              <a:rPr lang="en-GB" sz="1400" dirty="0" err="1"/>
              <a:t>upungufu</a:t>
            </a:r>
            <a:r>
              <a:rPr lang="en-GB" sz="1400" dirty="0"/>
              <a:t> </a:t>
            </a:r>
            <a:r>
              <a:rPr lang="en-GB" sz="1400" dirty="0" err="1"/>
              <a:t>wa</a:t>
            </a:r>
            <a:r>
              <a:rPr lang="en-GB" sz="1400" dirty="0"/>
              <a:t> </a:t>
            </a:r>
            <a:r>
              <a:rPr lang="en-GB" sz="1400" dirty="0" err="1"/>
              <a:t>huduma</a:t>
            </a:r>
            <a:r>
              <a:rPr lang="en-GB" sz="1400" dirty="0"/>
              <a:t> za </a:t>
            </a:r>
            <a:r>
              <a:rPr lang="en-GB" sz="1400" dirty="0" err="1"/>
              <a:t>matibabu</a:t>
            </a:r>
            <a:r>
              <a:rPr lang="en-GB" sz="1400" dirty="0"/>
              <a:t>, </a:t>
            </a:r>
            <a:r>
              <a:rPr lang="en-GB" sz="1400" dirty="0" err="1"/>
              <a:t>uhaba</a:t>
            </a:r>
            <a:r>
              <a:rPr lang="en-GB" sz="1400" dirty="0"/>
              <a:t> </a:t>
            </a:r>
            <a:r>
              <a:rPr lang="en-GB" sz="1400" dirty="0" err="1"/>
              <a:t>wa</a:t>
            </a:r>
            <a:r>
              <a:rPr lang="en-GB" sz="1400" dirty="0"/>
              <a:t> </a:t>
            </a:r>
            <a:r>
              <a:rPr lang="en-GB" sz="1400" dirty="0" err="1"/>
              <a:t>wahudumu</a:t>
            </a:r>
            <a:r>
              <a:rPr lang="en-GB" sz="1400" dirty="0"/>
              <a:t> </a:t>
            </a:r>
            <a:r>
              <a:rPr lang="en-GB" sz="1400" dirty="0" err="1"/>
              <a:t>wa</a:t>
            </a:r>
            <a:r>
              <a:rPr lang="en-GB" sz="1400" dirty="0"/>
              <a:t> </a:t>
            </a:r>
            <a:r>
              <a:rPr lang="en-GB" sz="1400" dirty="0" err="1"/>
              <a:t>afya</a:t>
            </a:r>
            <a:r>
              <a:rPr lang="en-GB" sz="1400" dirty="0"/>
              <a:t>, </a:t>
            </a:r>
            <a:r>
              <a:rPr lang="en-GB" sz="1400" dirty="0" err="1"/>
              <a:t>gharama</a:t>
            </a:r>
            <a:r>
              <a:rPr lang="en-GB" sz="1400" dirty="0"/>
              <a:t> </a:t>
            </a:r>
            <a:r>
              <a:rPr lang="en-GB" sz="1400" dirty="0" err="1"/>
              <a:t>kubwa</a:t>
            </a:r>
            <a:r>
              <a:rPr lang="en-GB" sz="1400" dirty="0"/>
              <a:t> za </a:t>
            </a:r>
            <a:r>
              <a:rPr lang="en-GB" sz="1400" dirty="0" err="1"/>
              <a:t>matibabu</a:t>
            </a:r>
            <a:r>
              <a:rPr lang="en-GB" sz="1400" dirty="0"/>
              <a:t>, </a:t>
            </a:r>
            <a:r>
              <a:rPr lang="en-GB" sz="1400" dirty="0" err="1"/>
              <a:t>na</a:t>
            </a:r>
            <a:r>
              <a:rPr lang="en-GB" sz="1400" dirty="0"/>
              <a:t> </a:t>
            </a:r>
            <a:r>
              <a:rPr lang="en-GB" sz="1400" dirty="0" err="1"/>
              <a:t>miundombinu</a:t>
            </a:r>
            <a:r>
              <a:rPr lang="en-GB" sz="1400" dirty="0"/>
              <a:t> </a:t>
            </a:r>
            <a:r>
              <a:rPr lang="en-GB" sz="1400" dirty="0" err="1"/>
              <a:t>duni</a:t>
            </a:r>
            <a:r>
              <a:rPr lang="en-GB" sz="1400" dirty="0"/>
              <a:t>. Pia </a:t>
            </a:r>
            <a:r>
              <a:rPr lang="en-GB" sz="1400" dirty="0" err="1"/>
              <a:t>unaangazia</a:t>
            </a:r>
            <a:r>
              <a:rPr lang="en-GB" sz="1400" dirty="0"/>
              <a:t> </a:t>
            </a:r>
            <a:r>
              <a:rPr lang="en-GB" sz="1400" dirty="0" err="1"/>
              <a:t>nafasi</a:t>
            </a:r>
            <a:r>
              <a:rPr lang="en-GB" sz="1400" dirty="0"/>
              <a:t> </a:t>
            </a:r>
            <a:r>
              <a:rPr lang="en-GB" sz="1400" dirty="0" err="1"/>
              <a:t>ya</a:t>
            </a:r>
            <a:r>
              <a:rPr lang="en-GB" sz="1400" dirty="0"/>
              <a:t> </a:t>
            </a:r>
            <a:r>
              <a:rPr lang="en-GB" sz="1400" dirty="0" err="1"/>
              <a:t>teknolojia</a:t>
            </a:r>
            <a:r>
              <a:rPr lang="en-GB" sz="1400" dirty="0"/>
              <a:t>, sera za </a:t>
            </a:r>
            <a:r>
              <a:rPr lang="en-GB" sz="1400" dirty="0" err="1"/>
              <a:t>afya</a:t>
            </a:r>
            <a:r>
              <a:rPr lang="en-GB" sz="1400" dirty="0"/>
              <a:t>, </a:t>
            </a:r>
            <a:r>
              <a:rPr lang="en-GB" sz="1400" dirty="0" err="1"/>
              <a:t>na</a:t>
            </a:r>
            <a:r>
              <a:rPr lang="en-GB" sz="1400" dirty="0"/>
              <a:t> </a:t>
            </a:r>
            <a:r>
              <a:rPr lang="en-GB" sz="1400" dirty="0" err="1"/>
              <a:t>elimu</a:t>
            </a:r>
            <a:r>
              <a:rPr lang="en-GB" sz="1400" dirty="0"/>
              <a:t> </a:t>
            </a:r>
            <a:r>
              <a:rPr lang="en-GB" sz="1400" dirty="0" err="1"/>
              <a:t>ya</a:t>
            </a:r>
            <a:r>
              <a:rPr lang="en-GB" sz="1400" dirty="0"/>
              <a:t> </a:t>
            </a:r>
            <a:r>
              <a:rPr lang="en-GB" sz="1400" dirty="0" err="1"/>
              <a:t>jamii</a:t>
            </a:r>
            <a:r>
              <a:rPr lang="en-GB" sz="1400" dirty="0"/>
              <a:t> </a:t>
            </a:r>
            <a:r>
              <a:rPr lang="en-GB" sz="1400" dirty="0" err="1"/>
              <a:t>katika</a:t>
            </a:r>
            <a:r>
              <a:rPr lang="en-GB" sz="1400" dirty="0"/>
              <a:t> </a:t>
            </a:r>
            <a:r>
              <a:rPr lang="en-GB" sz="1400" dirty="0" err="1"/>
              <a:t>kuboresha</a:t>
            </a:r>
            <a:r>
              <a:rPr lang="en-GB" sz="1400" dirty="0"/>
              <a:t> </a:t>
            </a:r>
            <a:r>
              <a:rPr lang="en-GB" sz="1400" dirty="0" err="1"/>
              <a:t>huduma</a:t>
            </a:r>
            <a:r>
              <a:rPr lang="en-GB" sz="1400" dirty="0"/>
              <a:t> za </a:t>
            </a:r>
            <a:r>
              <a:rPr lang="en-GB" sz="1400" dirty="0" err="1"/>
              <a:t>afya</a:t>
            </a:r>
            <a:r>
              <a:rPr lang="en-GB" sz="1400" dirty="0"/>
              <a:t>. Aidha, </a:t>
            </a:r>
            <a:r>
              <a:rPr lang="en-GB" sz="1400" dirty="0" err="1"/>
              <a:t>uwasilishaji</a:t>
            </a:r>
            <a:r>
              <a:rPr lang="en-GB" sz="1400" dirty="0"/>
              <a:t> </a:t>
            </a:r>
            <a:r>
              <a:rPr lang="en-GB" sz="1400" dirty="0" err="1"/>
              <a:t>huu</a:t>
            </a:r>
            <a:r>
              <a:rPr lang="en-GB" sz="1400" dirty="0"/>
              <a:t> </a:t>
            </a:r>
            <a:r>
              <a:rPr lang="en-GB" sz="1400" dirty="0" err="1"/>
              <a:t>unapendekeza</a:t>
            </a:r>
            <a:r>
              <a:rPr lang="en-GB" sz="1400" dirty="0"/>
              <a:t> </a:t>
            </a:r>
            <a:r>
              <a:rPr lang="en-GB" sz="1400" dirty="0" err="1"/>
              <a:t>suluhisho</a:t>
            </a:r>
            <a:r>
              <a:rPr lang="en-GB" sz="1400" dirty="0"/>
              <a:t> </a:t>
            </a:r>
            <a:r>
              <a:rPr lang="en-GB" sz="1400" dirty="0" err="1"/>
              <a:t>kama</a:t>
            </a:r>
            <a:r>
              <a:rPr lang="en-GB" sz="1400" dirty="0"/>
              <a:t> vile </a:t>
            </a:r>
            <a:r>
              <a:rPr lang="en-GB" sz="1400" dirty="0" err="1"/>
              <a:t>matumizi</a:t>
            </a:r>
            <a:r>
              <a:rPr lang="en-GB" sz="1400" dirty="0"/>
              <a:t> </a:t>
            </a:r>
            <a:r>
              <a:rPr lang="en-GB" sz="1400" dirty="0" err="1"/>
              <a:t>ya</a:t>
            </a:r>
            <a:r>
              <a:rPr lang="en-GB" sz="1400" dirty="0"/>
              <a:t> </a:t>
            </a:r>
            <a:r>
              <a:rPr lang="en-GB" sz="1400" dirty="0" err="1"/>
              <a:t>teknolojia</a:t>
            </a:r>
            <a:r>
              <a:rPr lang="en-GB" sz="1400" dirty="0"/>
              <a:t> </a:t>
            </a:r>
            <a:r>
              <a:rPr lang="en-GB" sz="1400" dirty="0" err="1"/>
              <a:t>ya</a:t>
            </a:r>
            <a:r>
              <a:rPr lang="en-GB" sz="1400" dirty="0"/>
              <a:t> </a:t>
            </a:r>
            <a:r>
              <a:rPr lang="en-GB" sz="1400" dirty="0" err="1"/>
              <a:t>kidijitali</a:t>
            </a:r>
            <a:r>
              <a:rPr lang="en-GB" sz="1400" dirty="0"/>
              <a:t>, </a:t>
            </a:r>
            <a:r>
              <a:rPr lang="en-GB" sz="1400" dirty="0" err="1"/>
              <a:t>ongezeko</a:t>
            </a:r>
            <a:r>
              <a:rPr lang="en-GB" sz="1400" dirty="0"/>
              <a:t> la </a:t>
            </a:r>
            <a:r>
              <a:rPr lang="en-GB" sz="1400" dirty="0" err="1"/>
              <a:t>ufadhili</a:t>
            </a:r>
            <a:r>
              <a:rPr lang="en-GB" sz="1400" dirty="0"/>
              <a:t>, </a:t>
            </a:r>
            <a:r>
              <a:rPr lang="en-GB" sz="1400" dirty="0" err="1"/>
              <a:t>mafunzo</a:t>
            </a:r>
            <a:r>
              <a:rPr lang="en-GB" sz="1400" dirty="0"/>
              <a:t> </a:t>
            </a:r>
            <a:r>
              <a:rPr lang="en-GB" sz="1400" dirty="0" err="1"/>
              <a:t>ya</a:t>
            </a:r>
            <a:r>
              <a:rPr lang="en-GB" sz="1400" dirty="0"/>
              <a:t> </a:t>
            </a:r>
            <a:r>
              <a:rPr lang="en-GB" sz="1400" dirty="0" err="1"/>
              <a:t>wataalamu</a:t>
            </a:r>
            <a:r>
              <a:rPr lang="en-GB" sz="1400" dirty="0"/>
              <a:t> </a:t>
            </a:r>
            <a:r>
              <a:rPr lang="en-GB" sz="1400" dirty="0" err="1"/>
              <a:t>wa</a:t>
            </a:r>
            <a:r>
              <a:rPr lang="en-GB" sz="1400" dirty="0"/>
              <a:t> </a:t>
            </a:r>
            <a:r>
              <a:rPr lang="en-GB" sz="1400" dirty="0" err="1"/>
              <a:t>afya</a:t>
            </a:r>
            <a:r>
              <a:rPr lang="en-GB" sz="1400" dirty="0"/>
              <a:t>, </a:t>
            </a:r>
            <a:r>
              <a:rPr lang="en-GB" sz="1400" dirty="0" err="1"/>
              <a:t>na</a:t>
            </a:r>
            <a:r>
              <a:rPr lang="en-GB" sz="1400" dirty="0"/>
              <a:t> </a:t>
            </a:r>
            <a:r>
              <a:rPr lang="en-GB" sz="1400" dirty="0" err="1"/>
              <a:t>kuimarisha</a:t>
            </a:r>
            <a:r>
              <a:rPr lang="en-GB" sz="1400" dirty="0"/>
              <a:t> </a:t>
            </a:r>
            <a:r>
              <a:rPr lang="en-GB" sz="1400" dirty="0" err="1"/>
              <a:t>huduma</a:t>
            </a:r>
            <a:r>
              <a:rPr lang="en-GB" sz="1400" dirty="0"/>
              <a:t> za </a:t>
            </a:r>
            <a:r>
              <a:rPr lang="en-GB" sz="1400" dirty="0" err="1"/>
              <a:t>kinga</a:t>
            </a:r>
            <a:r>
              <a:rPr lang="en-GB" sz="1400" dirty="0"/>
              <a:t>.</a:t>
            </a:r>
            <a:endParaRPr lang="en-KE" sz="1400" u="sng" dirty="0"/>
          </a:p>
        </p:txBody>
      </p:sp>
      <p:sp>
        <p:nvSpPr>
          <p:cNvPr id="5" name="TextBox 4">
            <a:extLst>
              <a:ext uri="{FF2B5EF4-FFF2-40B4-BE49-F238E27FC236}">
                <a16:creationId xmlns:a16="http://schemas.microsoft.com/office/drawing/2014/main" id="{3671ADBD-1235-E932-D54C-44283D761FA2}"/>
              </a:ext>
            </a:extLst>
          </p:cNvPr>
          <p:cNvSpPr txBox="1"/>
          <p:nvPr/>
        </p:nvSpPr>
        <p:spPr>
          <a:xfrm>
            <a:off x="1371601" y="4262718"/>
            <a:ext cx="6400800" cy="1323439"/>
          </a:xfrm>
          <a:prstGeom prst="rect">
            <a:avLst/>
          </a:prstGeom>
          <a:noFill/>
        </p:spPr>
        <p:txBody>
          <a:bodyPr wrap="square" rtlCol="0">
            <a:spAutoFit/>
          </a:bodyPr>
          <a:lstStyle/>
          <a:p>
            <a:r>
              <a:rPr lang="en-US" sz="1600" u="sng" dirty="0" err="1"/>
              <a:t>Kikamba</a:t>
            </a:r>
            <a:endParaRPr lang="en-US" sz="1600" u="sng" dirty="0"/>
          </a:p>
          <a:p>
            <a:r>
              <a:rPr lang="en-US" sz="1600" dirty="0" err="1"/>
              <a:t>Katika</a:t>
            </a:r>
            <a:r>
              <a:rPr lang="en-US" sz="1600" dirty="0"/>
              <a:t> </a:t>
            </a:r>
            <a:r>
              <a:rPr lang="en-US" sz="1600" dirty="0" err="1"/>
              <a:t>wonanyo</a:t>
            </a:r>
            <a:r>
              <a:rPr lang="en-US" sz="1600" dirty="0"/>
              <a:t> </a:t>
            </a:r>
            <a:r>
              <a:rPr lang="en-US" sz="1600" dirty="0" err="1"/>
              <a:t>wakwa</a:t>
            </a:r>
            <a:r>
              <a:rPr lang="en-US" sz="1600" dirty="0"/>
              <a:t>, </a:t>
            </a:r>
            <a:r>
              <a:rPr lang="en-US" sz="1600" dirty="0" err="1"/>
              <a:t>ninguelesya</a:t>
            </a:r>
            <a:r>
              <a:rPr lang="en-US" sz="1600" dirty="0"/>
              <a:t> </a:t>
            </a:r>
            <a:r>
              <a:rPr lang="en-US" sz="1600" dirty="0" err="1"/>
              <a:t>iulu</a:t>
            </a:r>
            <a:r>
              <a:rPr lang="en-US" sz="1600" dirty="0"/>
              <a:t> </a:t>
            </a:r>
            <a:r>
              <a:rPr lang="en-US" sz="1600" dirty="0" err="1"/>
              <a:t>wa</a:t>
            </a:r>
            <a:r>
              <a:rPr lang="en-US" sz="1600" dirty="0"/>
              <a:t> </a:t>
            </a:r>
            <a:r>
              <a:rPr lang="en-US" sz="1600" dirty="0" err="1"/>
              <a:t>mathina</a:t>
            </a:r>
            <a:r>
              <a:rPr lang="en-US" sz="1600" dirty="0"/>
              <a:t> </a:t>
            </a:r>
            <a:r>
              <a:rPr lang="en-US" sz="1600" dirty="0" err="1"/>
              <a:t>katika</a:t>
            </a:r>
            <a:r>
              <a:rPr lang="en-US" sz="1600" dirty="0"/>
              <a:t> </a:t>
            </a:r>
            <a:r>
              <a:rPr lang="en-US" sz="1600" dirty="0" err="1"/>
              <a:t>muvia</a:t>
            </a:r>
            <a:r>
              <a:rPr lang="en-US" sz="1600" dirty="0"/>
              <a:t> </a:t>
            </a:r>
            <a:r>
              <a:rPr lang="en-US" sz="1600" dirty="0" err="1"/>
              <a:t>wa</a:t>
            </a:r>
            <a:r>
              <a:rPr lang="en-US" sz="1600" dirty="0"/>
              <a:t> </a:t>
            </a:r>
            <a:r>
              <a:rPr lang="en-US" sz="1600" dirty="0" err="1"/>
              <a:t>uiiti</a:t>
            </a:r>
            <a:r>
              <a:rPr lang="en-US" sz="1600" dirty="0"/>
              <a:t> </a:t>
            </a:r>
            <a:r>
              <a:rPr lang="en-US" sz="1600" dirty="0" err="1"/>
              <a:t>na</a:t>
            </a:r>
            <a:r>
              <a:rPr lang="en-US" sz="1600" dirty="0"/>
              <a:t> </a:t>
            </a:r>
            <a:r>
              <a:rPr lang="en-US" sz="1600" dirty="0" err="1"/>
              <a:t>uima</a:t>
            </a:r>
            <a:r>
              <a:rPr lang="en-US" sz="1600" dirty="0"/>
              <a:t> </a:t>
            </a:r>
            <a:r>
              <a:rPr lang="en-US" sz="1600" dirty="0" err="1"/>
              <a:t>wa</a:t>
            </a:r>
            <a:r>
              <a:rPr lang="en-US" sz="1600" dirty="0"/>
              <a:t> </a:t>
            </a:r>
            <a:r>
              <a:rPr lang="en-US" sz="1600" dirty="0" err="1"/>
              <a:t>mwii</a:t>
            </a:r>
            <a:r>
              <a:rPr lang="en-US" sz="1600" dirty="0"/>
              <a:t>, ta </a:t>
            </a:r>
            <a:r>
              <a:rPr lang="en-US" sz="1600" dirty="0" err="1"/>
              <a:t>unyivu</a:t>
            </a:r>
            <a:r>
              <a:rPr lang="en-US" sz="1600" dirty="0"/>
              <a:t> </a:t>
            </a:r>
            <a:r>
              <a:rPr lang="en-US" sz="1600" dirty="0" err="1"/>
              <a:t>wa</a:t>
            </a:r>
            <a:r>
              <a:rPr lang="en-US" sz="1600" dirty="0"/>
              <a:t> </a:t>
            </a:r>
            <a:r>
              <a:rPr lang="en-US" sz="1600" dirty="0" err="1"/>
              <a:t>ndawa</a:t>
            </a:r>
            <a:r>
              <a:rPr lang="en-US" sz="1600" dirty="0"/>
              <a:t>, </a:t>
            </a:r>
            <a:r>
              <a:rPr lang="en-US" sz="1600" dirty="0" err="1"/>
              <a:t>matakitali</a:t>
            </a:r>
            <a:r>
              <a:rPr lang="en-US" sz="1600" dirty="0"/>
              <a:t>, </a:t>
            </a:r>
            <a:r>
              <a:rPr lang="en-US" sz="1600" dirty="0" err="1"/>
              <a:t>ngalama</a:t>
            </a:r>
            <a:r>
              <a:rPr lang="en-US" sz="1600" dirty="0"/>
              <a:t> </a:t>
            </a:r>
            <a:r>
              <a:rPr lang="en-US" sz="1600" dirty="0" err="1"/>
              <a:t>ya</a:t>
            </a:r>
            <a:r>
              <a:rPr lang="en-US" sz="1600" dirty="0"/>
              <a:t> </a:t>
            </a:r>
            <a:r>
              <a:rPr lang="en-US" sz="1600" dirty="0" err="1"/>
              <a:t>iulu</a:t>
            </a:r>
            <a:r>
              <a:rPr lang="en-US" sz="1600" dirty="0"/>
              <a:t> </a:t>
            </a:r>
            <a:r>
              <a:rPr lang="en-US" sz="1600" dirty="0" err="1"/>
              <a:t>ya</a:t>
            </a:r>
            <a:r>
              <a:rPr lang="en-US" sz="1600" dirty="0"/>
              <a:t> </a:t>
            </a:r>
            <a:r>
              <a:rPr lang="en-US" sz="1600" dirty="0" err="1"/>
              <a:t>uiiti</a:t>
            </a:r>
            <a:r>
              <a:rPr lang="en-US" sz="1600" dirty="0"/>
              <a:t>. </a:t>
            </a:r>
            <a:r>
              <a:rPr lang="en-US" sz="1600" dirty="0" err="1"/>
              <a:t>Ninguelesya</a:t>
            </a:r>
            <a:r>
              <a:rPr lang="en-US" sz="1600" dirty="0"/>
              <a:t> </a:t>
            </a:r>
            <a:r>
              <a:rPr lang="en-US" sz="1600" dirty="0" err="1"/>
              <a:t>iulu</a:t>
            </a:r>
            <a:r>
              <a:rPr lang="en-US" sz="1600" dirty="0"/>
              <a:t> </a:t>
            </a:r>
            <a:r>
              <a:rPr lang="en-US" sz="1600" dirty="0" err="1"/>
              <a:t>wa</a:t>
            </a:r>
            <a:r>
              <a:rPr lang="en-US" sz="1600" dirty="0"/>
              <a:t> </a:t>
            </a:r>
            <a:r>
              <a:rPr lang="en-US" sz="1600" dirty="0" err="1"/>
              <a:t>undu</a:t>
            </a:r>
            <a:r>
              <a:rPr lang="en-US" sz="1600" dirty="0"/>
              <a:t> </a:t>
            </a:r>
            <a:r>
              <a:rPr lang="en-US" sz="1600" dirty="0" err="1"/>
              <a:t>tutonya</a:t>
            </a:r>
            <a:r>
              <a:rPr lang="en-US" sz="1600" dirty="0"/>
              <a:t> </a:t>
            </a:r>
            <a:r>
              <a:rPr lang="en-US" sz="1600" dirty="0" err="1"/>
              <a:t>kutumia</a:t>
            </a:r>
            <a:r>
              <a:rPr lang="en-US" sz="1600" dirty="0"/>
              <a:t> </a:t>
            </a:r>
            <a:r>
              <a:rPr lang="en-US" sz="1600" dirty="0" err="1"/>
              <a:t>tekinoloyia</a:t>
            </a:r>
            <a:r>
              <a:rPr lang="en-US" sz="1600" dirty="0"/>
              <a:t> </a:t>
            </a:r>
            <a:r>
              <a:rPr lang="en-US" sz="1600" dirty="0" err="1"/>
              <a:t>katika</a:t>
            </a:r>
            <a:r>
              <a:rPr lang="en-US" sz="1600" dirty="0"/>
              <a:t> </a:t>
            </a:r>
            <a:r>
              <a:rPr lang="en-US" sz="1600" dirty="0" err="1"/>
              <a:t>uiiti</a:t>
            </a:r>
            <a:r>
              <a:rPr lang="en-US" sz="1600" dirty="0"/>
              <a:t> </a:t>
            </a:r>
            <a:r>
              <a:rPr lang="en-US" sz="1600" dirty="0" err="1"/>
              <a:t>na</a:t>
            </a:r>
            <a:r>
              <a:rPr lang="en-US" sz="1600" dirty="0"/>
              <a:t> </a:t>
            </a:r>
            <a:r>
              <a:rPr lang="en-US" sz="1600" dirty="0" err="1"/>
              <a:t>nzungio</a:t>
            </a:r>
            <a:r>
              <a:rPr lang="en-US" sz="1600" dirty="0"/>
              <a:t> </a:t>
            </a:r>
            <a:r>
              <a:rPr lang="en-US" sz="1600" dirty="0" err="1"/>
              <a:t>sya</a:t>
            </a:r>
            <a:r>
              <a:rPr lang="en-US" sz="1600" dirty="0"/>
              <a:t> </a:t>
            </a:r>
            <a:r>
              <a:rPr lang="en-US" sz="1600" dirty="0" err="1"/>
              <a:t>mathina</a:t>
            </a:r>
            <a:r>
              <a:rPr lang="en-US" sz="1600" dirty="0"/>
              <a:t> </a:t>
            </a:r>
            <a:r>
              <a:rPr lang="en-US" sz="1600" dirty="0" err="1"/>
              <a:t>asu</a:t>
            </a:r>
            <a:r>
              <a:rPr lang="en-US" sz="1600" dirty="0"/>
              <a:t>.</a:t>
            </a:r>
            <a:endParaRPr lang="en-KE" sz="1600" dirty="0"/>
          </a:p>
        </p:txBody>
      </p:sp>
      <p:sp>
        <p:nvSpPr>
          <p:cNvPr id="6" name="TextBox 5">
            <a:extLst>
              <a:ext uri="{FF2B5EF4-FFF2-40B4-BE49-F238E27FC236}">
                <a16:creationId xmlns:a16="http://schemas.microsoft.com/office/drawing/2014/main" id="{BC012FB3-A26F-66DE-9440-D8AD6A6A0073}"/>
              </a:ext>
            </a:extLst>
          </p:cNvPr>
          <p:cNvSpPr txBox="1"/>
          <p:nvPr/>
        </p:nvSpPr>
        <p:spPr>
          <a:xfrm>
            <a:off x="1371601" y="577404"/>
            <a:ext cx="6915149" cy="2031325"/>
          </a:xfrm>
          <a:prstGeom prst="rect">
            <a:avLst/>
          </a:prstGeom>
          <a:noFill/>
        </p:spPr>
        <p:txBody>
          <a:bodyPr wrap="square" rtlCol="0">
            <a:spAutoFit/>
          </a:bodyPr>
          <a:lstStyle/>
          <a:p>
            <a:pPr algn="l"/>
            <a:r>
              <a:rPr lang="en-US" sz="1400" b="1" u="sng" dirty="0"/>
              <a:t>English</a:t>
            </a:r>
          </a:p>
          <a:p>
            <a:pPr algn="l"/>
            <a:r>
              <a:rPr lang="en-US" sz="1400" dirty="0"/>
              <a:t>In my presentation I examine major healthcare challenges facing modern societies, including limited access to medical services, shortage of healthcare professionals, high costs, and inadequate infrastructure. I also explore the impact of technology, policy gaps, and public health awareness on healthcare delivery. I’ve proposed possible solutions such as digital health systems, improved funding, workforce training, preventive care, and stronger health policies. These approaches aim to improve healthcare access, quality, and sustainability, especially in developing regions of Africa.</a:t>
            </a:r>
            <a:endParaRPr lang="en-US" sz="1400" b="1" u="sng" dirty="0"/>
          </a:p>
          <a:p>
            <a:endParaRPr lang="en-KE" sz="1400" dirty="0"/>
          </a:p>
        </p:txBody>
      </p:sp>
    </p:spTree>
    <p:extLst>
      <p:ext uri="{BB962C8B-B14F-4D97-AF65-F5344CB8AC3E}">
        <p14:creationId xmlns:p14="http://schemas.microsoft.com/office/powerpoint/2010/main" val="1043336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rPr dirty="0"/>
              <a:t>Healthcare is a fundamental human right.</a:t>
            </a:r>
          </a:p>
          <a:p>
            <a:r>
              <a:rPr dirty="0"/>
              <a:t>Africa faces unique challenges in providing equitable healthcare.</a:t>
            </a:r>
          </a:p>
          <a:p>
            <a:r>
              <a:rPr lang="en-US"/>
              <a:t>In this</a:t>
            </a:r>
            <a:r>
              <a:t> presentation</a:t>
            </a:r>
            <a:r>
              <a:rPr lang="en-US"/>
              <a:t>, I</a:t>
            </a:r>
            <a:r>
              <a:t> explore key issues and solutions.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Historical Context</a:t>
            </a:r>
          </a:p>
        </p:txBody>
      </p:sp>
      <p:sp>
        <p:nvSpPr>
          <p:cNvPr id="3" name="Content Placeholder 2"/>
          <p:cNvSpPr>
            <a:spLocks noGrp="1"/>
          </p:cNvSpPr>
          <p:nvPr>
            <p:ph idx="1"/>
          </p:nvPr>
        </p:nvSpPr>
        <p:spPr/>
        <p:txBody>
          <a:bodyPr/>
          <a:lstStyle/>
          <a:p>
            <a:r>
              <a:t>Colonial legacy shaped healthcare systems.</a:t>
            </a:r>
          </a:p>
          <a:p>
            <a:r>
              <a:t>Post-independence: limited investment in health infrastructure.</a:t>
            </a:r>
          </a:p>
          <a:p>
            <a:r>
              <a:t>Persistent inequalities between rural and urban areas.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Current State of Healthcare</a:t>
            </a:r>
          </a:p>
        </p:txBody>
      </p:sp>
      <p:sp>
        <p:nvSpPr>
          <p:cNvPr id="3" name="Content Placeholder 2"/>
          <p:cNvSpPr>
            <a:spLocks noGrp="1"/>
          </p:cNvSpPr>
          <p:nvPr>
            <p:ph idx="1"/>
          </p:nvPr>
        </p:nvSpPr>
        <p:spPr/>
        <p:txBody>
          <a:bodyPr/>
          <a:lstStyle/>
          <a:p>
            <a:r>
              <a:rPr dirty="0"/>
              <a:t>Life expectancy: ~64 years (Africa average).</a:t>
            </a:r>
          </a:p>
          <a:p>
            <a:r>
              <a:rPr dirty="0"/>
              <a:t>Maternal mortality: among the highest globally.</a:t>
            </a:r>
          </a:p>
          <a:p>
            <a:r>
              <a:rPr dirty="0"/>
              <a:t>Unequal access across regions and income groups.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Infrastructure Deficits</a:t>
            </a:r>
          </a:p>
        </p:txBody>
      </p:sp>
      <p:sp>
        <p:nvSpPr>
          <p:cNvPr id="3" name="Content Placeholder 2"/>
          <p:cNvSpPr>
            <a:spLocks noGrp="1"/>
          </p:cNvSpPr>
          <p:nvPr>
            <p:ph idx="1"/>
          </p:nvPr>
        </p:nvSpPr>
        <p:spPr/>
        <p:txBody>
          <a:bodyPr/>
          <a:lstStyle/>
          <a:p>
            <a:r>
              <a:t>Shortage of hospitals and clinics.</a:t>
            </a:r>
          </a:p>
          <a:p>
            <a:r>
              <a:t>Poor equipment and outdated facilities.</a:t>
            </a:r>
          </a:p>
          <a:p>
            <a:r>
              <a:t>Rural communities most affected.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Healthcare Workforce Challenges</a:t>
            </a:r>
          </a:p>
        </p:txBody>
      </p:sp>
      <p:sp>
        <p:nvSpPr>
          <p:cNvPr id="3" name="Content Placeholder 2"/>
          <p:cNvSpPr>
            <a:spLocks noGrp="1"/>
          </p:cNvSpPr>
          <p:nvPr>
            <p:ph idx="1"/>
          </p:nvPr>
        </p:nvSpPr>
        <p:spPr/>
        <p:txBody>
          <a:bodyPr/>
          <a:lstStyle/>
          <a:p>
            <a:r>
              <a:t>Doctor–patient ratio far below WHO standards.</a:t>
            </a:r>
          </a:p>
          <a:p>
            <a:r>
              <a:t>Migration of skilled professionals abroad (brain drain).</a:t>
            </a:r>
          </a:p>
          <a:p>
            <a:r>
              <a:t>Limited training opportunities.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Funding &amp; Resource Allocation</a:t>
            </a:r>
          </a:p>
        </p:txBody>
      </p:sp>
      <p:sp>
        <p:nvSpPr>
          <p:cNvPr id="3" name="Content Placeholder 2"/>
          <p:cNvSpPr>
            <a:spLocks noGrp="1"/>
          </p:cNvSpPr>
          <p:nvPr>
            <p:ph idx="1"/>
          </p:nvPr>
        </p:nvSpPr>
        <p:spPr/>
        <p:txBody>
          <a:bodyPr/>
          <a:lstStyle/>
          <a:p>
            <a:r>
              <a:t>African countries spend less than 5% of GDP on health.</a:t>
            </a:r>
          </a:p>
          <a:p>
            <a:r>
              <a:t>Heavy reliance on donor aid.</a:t>
            </a:r>
          </a:p>
          <a:p>
            <a:r>
              <a:t>Corruption and mismanagement reduce efficiency.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Access to Medicines &amp; Technology</a:t>
            </a:r>
          </a:p>
        </p:txBody>
      </p:sp>
      <p:sp>
        <p:nvSpPr>
          <p:cNvPr id="3" name="Content Placeholder 2"/>
          <p:cNvSpPr>
            <a:spLocks noGrp="1"/>
          </p:cNvSpPr>
          <p:nvPr>
            <p:ph idx="1"/>
          </p:nvPr>
        </p:nvSpPr>
        <p:spPr/>
        <p:txBody>
          <a:bodyPr/>
          <a:lstStyle/>
          <a:p>
            <a:r>
              <a:t>Essential drugs often unavailable or unaffordable.</a:t>
            </a:r>
          </a:p>
          <a:p>
            <a:r>
              <a:t>Slow adoption of modern medical technology.</a:t>
            </a:r>
          </a:p>
          <a:p>
            <a:r>
              <a:t>Dependence on imports increases costs.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Communicable Diseases</a:t>
            </a:r>
          </a:p>
        </p:txBody>
      </p:sp>
      <p:sp>
        <p:nvSpPr>
          <p:cNvPr id="3" name="Content Placeholder 2"/>
          <p:cNvSpPr>
            <a:spLocks noGrp="1"/>
          </p:cNvSpPr>
          <p:nvPr>
            <p:ph idx="1"/>
          </p:nvPr>
        </p:nvSpPr>
        <p:spPr/>
        <p:txBody>
          <a:bodyPr/>
          <a:lstStyle/>
          <a:p>
            <a:r>
              <a:t>HIV/AIDS, malaria, tuberculosis remain major burdens.</a:t>
            </a:r>
          </a:p>
          <a:p>
            <a:r>
              <a:t>Weak prevention and treatment programs.</a:t>
            </a:r>
          </a:p>
          <a:p>
            <a:r>
              <a:t>High mortality rates in vulnerable populations.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Non‑Communicable Diseases (NCDs)</a:t>
            </a:r>
          </a:p>
        </p:txBody>
      </p:sp>
      <p:sp>
        <p:nvSpPr>
          <p:cNvPr id="3" name="Content Placeholder 2"/>
          <p:cNvSpPr>
            <a:spLocks noGrp="1"/>
          </p:cNvSpPr>
          <p:nvPr>
            <p:ph idx="1"/>
          </p:nvPr>
        </p:nvSpPr>
        <p:spPr/>
        <p:txBody>
          <a:bodyPr/>
          <a:lstStyle/>
          <a:p>
            <a:r>
              <a:t>Rising cases of diabetes, hypertension, cancer.</a:t>
            </a:r>
          </a:p>
          <a:p>
            <a:r>
              <a:t>Linked to urbanization and lifestyle changes.</a:t>
            </a:r>
          </a:p>
          <a:p>
            <a:r>
              <a:t>Limited screening and treatment facilities.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Maternal &amp; Child Health</a:t>
            </a:r>
          </a:p>
        </p:txBody>
      </p:sp>
      <p:sp>
        <p:nvSpPr>
          <p:cNvPr id="3" name="Content Placeholder 2"/>
          <p:cNvSpPr>
            <a:spLocks noGrp="1"/>
          </p:cNvSpPr>
          <p:nvPr>
            <p:ph idx="1"/>
          </p:nvPr>
        </p:nvSpPr>
        <p:spPr/>
        <p:txBody>
          <a:bodyPr/>
          <a:lstStyle/>
          <a:p>
            <a:r>
              <a:t>High maternal mortality rates.</a:t>
            </a:r>
          </a:p>
          <a:p>
            <a:r>
              <a:t>Poor access to prenatal and postnatal care.</a:t>
            </a:r>
          </a:p>
          <a:p>
            <a:r>
              <a:t>Malnutrition and low vaccination coverage.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Public Health Emergencies</a:t>
            </a:r>
          </a:p>
        </p:txBody>
      </p:sp>
      <p:sp>
        <p:nvSpPr>
          <p:cNvPr id="3" name="Content Placeholder 2"/>
          <p:cNvSpPr>
            <a:spLocks noGrp="1"/>
          </p:cNvSpPr>
          <p:nvPr>
            <p:ph idx="1"/>
          </p:nvPr>
        </p:nvSpPr>
        <p:spPr/>
        <p:txBody>
          <a:bodyPr/>
          <a:lstStyle/>
          <a:p>
            <a:r>
              <a:t>Ebola outbreaks in West Africa.</a:t>
            </a:r>
          </a:p>
          <a:p>
            <a:r>
              <a:t>COVID‑19 exposed weak health systems.</a:t>
            </a:r>
          </a:p>
          <a:p>
            <a:r>
              <a:t>Cholera and other epidemics remain threats.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Mental Health Challenges</a:t>
            </a:r>
          </a:p>
        </p:txBody>
      </p:sp>
      <p:sp>
        <p:nvSpPr>
          <p:cNvPr id="3" name="Content Placeholder 2"/>
          <p:cNvSpPr>
            <a:spLocks noGrp="1"/>
          </p:cNvSpPr>
          <p:nvPr>
            <p:ph idx="1"/>
          </p:nvPr>
        </p:nvSpPr>
        <p:spPr/>
        <p:txBody>
          <a:bodyPr/>
          <a:lstStyle/>
          <a:p>
            <a:r>
              <a:t>Stigma prevents open discussion.</a:t>
            </a:r>
          </a:p>
          <a:p>
            <a:r>
              <a:t>Few mental health professionals.</a:t>
            </a:r>
          </a:p>
          <a:p>
            <a:r>
              <a:t>Rising cases of depression and anxiety.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Health Inequalities</a:t>
            </a:r>
          </a:p>
        </p:txBody>
      </p:sp>
      <p:sp>
        <p:nvSpPr>
          <p:cNvPr id="3" name="Content Placeholder 2"/>
          <p:cNvSpPr>
            <a:spLocks noGrp="1"/>
          </p:cNvSpPr>
          <p:nvPr>
            <p:ph idx="1"/>
          </p:nvPr>
        </p:nvSpPr>
        <p:spPr/>
        <p:txBody>
          <a:bodyPr/>
          <a:lstStyle/>
          <a:p>
            <a:r>
              <a:t>Gender disparities in access to healthcare.</a:t>
            </a:r>
          </a:p>
          <a:p>
            <a:r>
              <a:t>Socioeconomic inequalities widen the gap.</a:t>
            </a:r>
          </a:p>
          <a:p>
            <a:r>
              <a:t>Rural vs urban divide persists.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Role of Culture &amp; Traditional Medicine</a:t>
            </a:r>
          </a:p>
        </p:txBody>
      </p:sp>
      <p:sp>
        <p:nvSpPr>
          <p:cNvPr id="3" name="Content Placeholder 2"/>
          <p:cNvSpPr>
            <a:spLocks noGrp="1"/>
          </p:cNvSpPr>
          <p:nvPr>
            <p:ph idx="1"/>
          </p:nvPr>
        </p:nvSpPr>
        <p:spPr/>
        <p:txBody>
          <a:bodyPr/>
          <a:lstStyle/>
          <a:p>
            <a:r>
              <a:t>Traditional healers play a major role.</a:t>
            </a:r>
          </a:p>
          <a:p>
            <a:r>
              <a:t>Cultural beliefs influence health decisions.</a:t>
            </a:r>
          </a:p>
          <a:p>
            <a:r>
              <a:t>Need for integration with modern medicine.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Impact of Climate Change on Health</a:t>
            </a:r>
          </a:p>
        </p:txBody>
      </p:sp>
      <p:sp>
        <p:nvSpPr>
          <p:cNvPr id="3" name="Content Placeholder 2"/>
          <p:cNvSpPr>
            <a:spLocks noGrp="1"/>
          </p:cNvSpPr>
          <p:nvPr>
            <p:ph idx="1"/>
          </p:nvPr>
        </p:nvSpPr>
        <p:spPr/>
        <p:txBody>
          <a:bodyPr/>
          <a:lstStyle/>
          <a:p>
            <a:r>
              <a:t>Increased vector‑borne diseases (malaria, dengue).</a:t>
            </a:r>
          </a:p>
          <a:p>
            <a:r>
              <a:t>Food insecurity and malnutrition.</a:t>
            </a:r>
          </a:p>
          <a:p>
            <a:r>
              <a:t>Displacement due to extreme weather events.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Studies</a:t>
            </a:r>
          </a:p>
        </p:txBody>
      </p:sp>
      <p:sp>
        <p:nvSpPr>
          <p:cNvPr id="3" name="Content Placeholder 2"/>
          <p:cNvSpPr>
            <a:spLocks noGrp="1"/>
          </p:cNvSpPr>
          <p:nvPr>
            <p:ph idx="1"/>
          </p:nvPr>
        </p:nvSpPr>
        <p:spPr/>
        <p:txBody>
          <a:bodyPr/>
          <a:lstStyle/>
          <a:p>
            <a:r>
              <a:t>Kenya: Universal Health Coverage pilot program.</a:t>
            </a:r>
          </a:p>
          <a:p>
            <a:r>
              <a:t>Rwanda: Community‑based health insurance success.</a:t>
            </a:r>
          </a:p>
          <a:p>
            <a:r>
              <a:t>Lessons for other African nations.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Solutions (System-Level)</a:t>
            </a:r>
          </a:p>
        </p:txBody>
      </p:sp>
      <p:sp>
        <p:nvSpPr>
          <p:cNvPr id="3" name="Content Placeholder 2"/>
          <p:cNvSpPr>
            <a:spLocks noGrp="1"/>
          </p:cNvSpPr>
          <p:nvPr>
            <p:ph idx="1"/>
          </p:nvPr>
        </p:nvSpPr>
        <p:spPr/>
        <p:txBody>
          <a:bodyPr/>
          <a:lstStyle/>
          <a:p>
            <a:r>
              <a:t>Increase government health funding.</a:t>
            </a:r>
          </a:p>
          <a:p>
            <a:r>
              <a:t>Build and equip hospitals in rural areas.</a:t>
            </a:r>
          </a:p>
          <a:p>
            <a:r>
              <a:t>Train and retain healthcare professionals.</a:t>
            </a:r>
          </a:p>
          <a:p>
            <a:r>
              <a:t>Strengthen governance and reduce corruption.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Solutions (Community &amp; Innovation)</a:t>
            </a:r>
          </a:p>
        </p:txBody>
      </p:sp>
      <p:sp>
        <p:nvSpPr>
          <p:cNvPr id="3" name="Content Placeholder 2"/>
          <p:cNvSpPr>
            <a:spLocks noGrp="1"/>
          </p:cNvSpPr>
          <p:nvPr>
            <p:ph idx="1"/>
          </p:nvPr>
        </p:nvSpPr>
        <p:spPr/>
        <p:txBody>
          <a:bodyPr/>
          <a:lstStyle/>
          <a:p>
            <a:r>
              <a:t>Local pharmaceutical production.</a:t>
            </a:r>
          </a:p>
          <a:p>
            <a:r>
              <a:t>Telemedicine and mobile health apps.</a:t>
            </a:r>
          </a:p>
          <a:p>
            <a:r>
              <a:t>Awareness campaigns for prevention.</a:t>
            </a:r>
          </a:p>
          <a:p>
            <a:r>
              <a:t>Mental health support programs.</a:t>
            </a:r>
          </a:p>
          <a:p>
            <a:r>
              <a:t>Regional cooperation for pandemics.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 &amp; Call to Action</a:t>
            </a:r>
          </a:p>
        </p:txBody>
      </p:sp>
      <p:sp>
        <p:nvSpPr>
          <p:cNvPr id="3" name="Content Placeholder 2"/>
          <p:cNvSpPr>
            <a:spLocks noGrp="1"/>
          </p:cNvSpPr>
          <p:nvPr>
            <p:ph idx="1"/>
          </p:nvPr>
        </p:nvSpPr>
        <p:spPr/>
        <p:txBody>
          <a:bodyPr/>
          <a:lstStyle/>
          <a:p>
            <a:r>
              <a:t>Healthcare challenges are complex but solvable.</a:t>
            </a:r>
          </a:p>
          <a:p>
            <a:r>
              <a:t>Requires government, community, and global partnership.</a:t>
            </a:r>
          </a:p>
          <a:p>
            <a:r>
              <a:t>Healthcare is not a privilege — it is a right.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196</TotalTime>
  <Words>737</Words>
  <Application>Microsoft Office PowerPoint</Application>
  <PresentationFormat>On-screen Show (4:3)</PresentationFormat>
  <Paragraphs>89</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Healthcare Challenges in Modern African Society</vt:lpstr>
      <vt:lpstr>Abstract</vt:lpstr>
      <vt:lpstr>Introduction</vt:lpstr>
      <vt:lpstr>Historical Context</vt:lpstr>
      <vt:lpstr>Current State of Healthcare</vt:lpstr>
      <vt:lpstr>Infrastructure Deficits</vt:lpstr>
      <vt:lpstr>Healthcare Workforce Challenges</vt:lpstr>
      <vt:lpstr>Funding &amp; Resource Allocation</vt:lpstr>
      <vt:lpstr>Access to Medicines &amp; Technology</vt:lpstr>
      <vt:lpstr>Communicable Diseases</vt:lpstr>
      <vt:lpstr>Non‑Communicable Diseases (NCDs)</vt:lpstr>
      <vt:lpstr>Maternal &amp; Child Health</vt:lpstr>
      <vt:lpstr>Public Health Emergencies</vt:lpstr>
      <vt:lpstr>Mental Health Challenges</vt:lpstr>
      <vt:lpstr>Health Inequalities</vt:lpstr>
      <vt:lpstr>Role of Culture &amp; Traditional Medicine</vt:lpstr>
      <vt:lpstr>Impact of Climate Change on Health</vt:lpstr>
      <vt:lpstr>Case Studies</vt:lpstr>
      <vt:lpstr>Solutions (System-Level)</vt:lpstr>
      <vt:lpstr>Solutions (Community &amp; Innovation)</vt:lpstr>
      <vt:lpstr>Conclusion &amp; Call to Action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Samuel Kyalo</dc:creator>
  <cp:keywords/>
  <dc:description>generated using python-pptx</dc:description>
  <cp:lastModifiedBy>Samuel Kyalo</cp:lastModifiedBy>
  <cp:revision>2</cp:revision>
  <dcterms:created xsi:type="dcterms:W3CDTF">2013-01-27T09:14:16Z</dcterms:created>
  <dcterms:modified xsi:type="dcterms:W3CDTF">2026-02-16T18:29:36Z</dcterms:modified>
  <cp:category/>
</cp:coreProperties>
</file>